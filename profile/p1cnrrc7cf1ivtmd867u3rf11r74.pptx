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75" r:id="rId7"/>
    <p:sldId id="276" r:id="rId8"/>
    <p:sldId id="263" r:id="rId9"/>
    <p:sldId id="267" r:id="rId10"/>
    <p:sldId id="273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2E04"/>
  </p:clrMru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265" autoAdjust="0"/>
  </p:normalViewPr>
  <p:slideViewPr>
    <p:cSldViewPr>
      <p:cViewPr varScale="1">
        <p:scale>
          <a:sx n="69" d="100"/>
          <a:sy n="69" d="100"/>
        </p:scale>
        <p:origin x="-1194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D88E23-501D-47A7-8011-A93C172C5106}" type="doc">
      <dgm:prSet loTypeId="urn:microsoft.com/office/officeart/2005/8/layout/hierarchy1" loCatId="hierarchy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4362A6-8F52-49F3-A91E-4AF68B36465F}">
      <dgm:prSet phldrT="[Text]" custT="1"/>
      <dgm:spPr/>
      <dgm:t>
        <a:bodyPr/>
        <a:lstStyle/>
        <a:p>
          <a:r>
            <a:rPr lang="en-US" sz="1200" b="1" dirty="0"/>
            <a:t>Managing Director </a:t>
          </a:r>
        </a:p>
        <a:p>
          <a:r>
            <a:rPr lang="en-US" sz="1100" b="1" dirty="0"/>
            <a:t>Mr. </a:t>
          </a:r>
          <a:r>
            <a:rPr lang="en-US" sz="1100" b="1" dirty="0" err="1"/>
            <a:t>Bhavin</a:t>
          </a:r>
          <a:r>
            <a:rPr lang="en-US" sz="1100" b="1" dirty="0"/>
            <a:t> Patel</a:t>
          </a:r>
        </a:p>
      </dgm:t>
    </dgm:pt>
    <dgm:pt modelId="{0867645F-0ABA-4D4A-9F5C-5A69C7CA095B}" type="parTrans" cxnId="{C3527849-8B75-42B9-871F-81000EE8DE79}">
      <dgm:prSet/>
      <dgm:spPr/>
      <dgm:t>
        <a:bodyPr/>
        <a:lstStyle/>
        <a:p>
          <a:endParaRPr lang="en-US"/>
        </a:p>
      </dgm:t>
    </dgm:pt>
    <dgm:pt modelId="{089A5A2B-66F0-49DD-AD16-9B247927DD33}" type="sibTrans" cxnId="{C3527849-8B75-42B9-871F-81000EE8DE79}">
      <dgm:prSet/>
      <dgm:spPr/>
      <dgm:t>
        <a:bodyPr/>
        <a:lstStyle/>
        <a:p>
          <a:endParaRPr lang="en-US"/>
        </a:p>
      </dgm:t>
    </dgm:pt>
    <dgm:pt modelId="{CFE47A79-B57D-45BA-B38D-740EC3AF0573}">
      <dgm:prSet phldrT="[Text]" custT="1"/>
      <dgm:spPr/>
      <dgm:t>
        <a:bodyPr/>
        <a:lstStyle/>
        <a:p>
          <a:r>
            <a:rPr lang="en-US" sz="1050" dirty="0"/>
            <a:t>Production Engineer </a:t>
          </a:r>
        </a:p>
      </dgm:t>
    </dgm:pt>
    <dgm:pt modelId="{F07DD9ED-941E-4ECD-A24A-C4C141978D11}" type="sibTrans" cxnId="{94426EC1-637B-4707-A0CF-0F92D4938669}">
      <dgm:prSet/>
      <dgm:spPr/>
      <dgm:t>
        <a:bodyPr/>
        <a:lstStyle/>
        <a:p>
          <a:endParaRPr lang="en-US"/>
        </a:p>
      </dgm:t>
    </dgm:pt>
    <dgm:pt modelId="{ABB3DE3C-1B65-4978-8981-08E49B3AD7B9}" type="parTrans" cxnId="{94426EC1-637B-4707-A0CF-0F92D4938669}">
      <dgm:prSet/>
      <dgm:spPr/>
      <dgm:t>
        <a:bodyPr/>
        <a:lstStyle/>
        <a:p>
          <a:endParaRPr lang="en-US"/>
        </a:p>
      </dgm:t>
    </dgm:pt>
    <dgm:pt modelId="{C912BFC9-451C-46F4-BCA7-3457EC1F1943}">
      <dgm:prSet custT="1"/>
      <dgm:spPr/>
      <dgm:t>
        <a:bodyPr/>
        <a:lstStyle/>
        <a:p>
          <a:r>
            <a:rPr lang="en-US" sz="1200" dirty="0"/>
            <a:t>Machine Operator</a:t>
          </a:r>
        </a:p>
      </dgm:t>
    </dgm:pt>
    <dgm:pt modelId="{9A62301F-207B-4EE3-8127-98804AD9E9A9}" type="parTrans" cxnId="{28DAEE8F-B354-4BFC-8A7E-4D1C8E202611}">
      <dgm:prSet/>
      <dgm:spPr/>
      <dgm:t>
        <a:bodyPr/>
        <a:lstStyle/>
        <a:p>
          <a:endParaRPr lang="en-US"/>
        </a:p>
      </dgm:t>
    </dgm:pt>
    <dgm:pt modelId="{09ACEF9C-AB68-4AD3-9BB4-03348F577164}" type="sibTrans" cxnId="{28DAEE8F-B354-4BFC-8A7E-4D1C8E202611}">
      <dgm:prSet/>
      <dgm:spPr/>
      <dgm:t>
        <a:bodyPr/>
        <a:lstStyle/>
        <a:p>
          <a:endParaRPr lang="en-US"/>
        </a:p>
      </dgm:t>
    </dgm:pt>
    <dgm:pt modelId="{16F287BA-D895-406F-8B50-7AB32679AF9D}">
      <dgm:prSet custT="1"/>
      <dgm:spPr/>
      <dgm:t>
        <a:bodyPr/>
        <a:lstStyle/>
        <a:p>
          <a:r>
            <a:rPr lang="en-US" sz="1400" dirty="0"/>
            <a:t>Helper 1</a:t>
          </a:r>
        </a:p>
      </dgm:t>
    </dgm:pt>
    <dgm:pt modelId="{8E811538-F6E1-493A-9F00-D2CEDC5608D0}" type="parTrans" cxnId="{CB8B5AAD-7027-4E7F-9A5A-CE2E24ABF5C1}">
      <dgm:prSet/>
      <dgm:spPr/>
      <dgm:t>
        <a:bodyPr/>
        <a:lstStyle/>
        <a:p>
          <a:endParaRPr lang="en-US"/>
        </a:p>
      </dgm:t>
    </dgm:pt>
    <dgm:pt modelId="{9AB42D1B-EF21-4ADC-940E-8C9ACBB30460}" type="sibTrans" cxnId="{CB8B5AAD-7027-4E7F-9A5A-CE2E24ABF5C1}">
      <dgm:prSet/>
      <dgm:spPr/>
      <dgm:t>
        <a:bodyPr/>
        <a:lstStyle/>
        <a:p>
          <a:endParaRPr lang="en-US"/>
        </a:p>
      </dgm:t>
    </dgm:pt>
    <dgm:pt modelId="{8AF0E0E5-1165-4A9C-B5A7-0309E509F3AD}">
      <dgm:prSet custT="1"/>
      <dgm:spPr/>
      <dgm:t>
        <a:bodyPr/>
        <a:lstStyle/>
        <a:p>
          <a:r>
            <a:rPr lang="en-US" sz="1400" dirty="0"/>
            <a:t>Helper 2</a:t>
          </a:r>
        </a:p>
      </dgm:t>
    </dgm:pt>
    <dgm:pt modelId="{822FA1A4-4D25-4196-BDAB-7FB9ABA0E230}" type="sibTrans" cxnId="{9221E38B-53D4-4A88-A5C7-CC52F2B3D765}">
      <dgm:prSet/>
      <dgm:spPr/>
      <dgm:t>
        <a:bodyPr/>
        <a:lstStyle/>
        <a:p>
          <a:endParaRPr lang="en-US"/>
        </a:p>
      </dgm:t>
    </dgm:pt>
    <dgm:pt modelId="{303600F2-5AF7-41FD-824D-C1DE4C85C8DC}" type="parTrans" cxnId="{9221E38B-53D4-4A88-A5C7-CC52F2B3D765}">
      <dgm:prSet/>
      <dgm:spPr/>
      <dgm:t>
        <a:bodyPr/>
        <a:lstStyle/>
        <a:p>
          <a:endParaRPr lang="en-US"/>
        </a:p>
      </dgm:t>
    </dgm:pt>
    <dgm:pt modelId="{F3F47A20-8218-4AD6-B273-B940BCF90374}">
      <dgm:prSet phldrT="[Text]" custT="1"/>
      <dgm:spPr/>
      <dgm:t>
        <a:bodyPr/>
        <a:lstStyle/>
        <a:p>
          <a:r>
            <a:rPr lang="en-US" sz="1000" dirty="0"/>
            <a:t>QA &amp; QC</a:t>
          </a:r>
        </a:p>
        <a:p>
          <a:r>
            <a:rPr lang="en-US" sz="1050" dirty="0" err="1" smtClean="0"/>
            <a:t>Mr.Riyan</a:t>
          </a:r>
          <a:r>
            <a:rPr lang="en-US" sz="1050" dirty="0" smtClean="0"/>
            <a:t> </a:t>
          </a:r>
          <a:r>
            <a:rPr lang="en-US" sz="1050" dirty="0" err="1" smtClean="0"/>
            <a:t>vhora</a:t>
          </a:r>
          <a:endParaRPr lang="en-US" sz="1050" dirty="0" smtClean="0"/>
        </a:p>
      </dgm:t>
    </dgm:pt>
    <dgm:pt modelId="{781D2DB0-D37B-48A3-A00D-911914B2E47C}" type="sibTrans" cxnId="{8285BAE0-9530-4BC8-BA0D-FC95C7AE7CA9}">
      <dgm:prSet/>
      <dgm:spPr/>
      <dgm:t>
        <a:bodyPr/>
        <a:lstStyle/>
        <a:p>
          <a:endParaRPr lang="en-US"/>
        </a:p>
      </dgm:t>
    </dgm:pt>
    <dgm:pt modelId="{674E2ED5-5205-4A4C-97C1-3C7D34C50CA8}" type="parTrans" cxnId="{8285BAE0-9530-4BC8-BA0D-FC95C7AE7CA9}">
      <dgm:prSet/>
      <dgm:spPr/>
      <dgm:t>
        <a:bodyPr/>
        <a:lstStyle/>
        <a:p>
          <a:endParaRPr lang="en-US"/>
        </a:p>
      </dgm:t>
    </dgm:pt>
    <dgm:pt modelId="{BE9C83BA-20BF-496D-84F2-000B03BD8F13}">
      <dgm:prSet phldrT="[Text]" custT="1"/>
      <dgm:spPr/>
      <dgm:t>
        <a:bodyPr/>
        <a:lstStyle/>
        <a:p>
          <a:r>
            <a:rPr lang="en-US" sz="1050" dirty="0"/>
            <a:t>Account Department</a:t>
          </a:r>
        </a:p>
      </dgm:t>
    </dgm:pt>
    <dgm:pt modelId="{9DD32966-F949-4560-BD38-067FBD2E1748}" type="sibTrans" cxnId="{AAD87541-4B50-407F-99C9-BA5D75721C38}">
      <dgm:prSet/>
      <dgm:spPr/>
      <dgm:t>
        <a:bodyPr/>
        <a:lstStyle/>
        <a:p>
          <a:endParaRPr lang="en-US"/>
        </a:p>
      </dgm:t>
    </dgm:pt>
    <dgm:pt modelId="{2FC241BF-E17D-4B3D-9C1E-E03D889EBC58}" type="parTrans" cxnId="{AAD87541-4B50-407F-99C9-BA5D75721C38}">
      <dgm:prSet/>
      <dgm:spPr/>
      <dgm:t>
        <a:bodyPr/>
        <a:lstStyle/>
        <a:p>
          <a:endParaRPr lang="en-US"/>
        </a:p>
      </dgm:t>
    </dgm:pt>
    <dgm:pt modelId="{81B6BD0A-1C99-4CC4-AAB6-5A82123160B0}">
      <dgm:prSet custT="1"/>
      <dgm:spPr/>
      <dgm:t>
        <a:bodyPr/>
        <a:lstStyle/>
        <a:p>
          <a:r>
            <a:rPr lang="en-US" sz="1050" dirty="0"/>
            <a:t>Store</a:t>
          </a:r>
        </a:p>
      </dgm:t>
    </dgm:pt>
    <dgm:pt modelId="{84D121E0-A7A7-48E2-8824-0C3816218E19}" type="parTrans" cxnId="{54607A3E-0B23-48B3-90BA-239F55666199}">
      <dgm:prSet/>
      <dgm:spPr/>
      <dgm:t>
        <a:bodyPr/>
        <a:lstStyle/>
        <a:p>
          <a:endParaRPr lang="en-US"/>
        </a:p>
      </dgm:t>
    </dgm:pt>
    <dgm:pt modelId="{AFF50056-FC3E-43D1-B245-3468F6A569AD}" type="sibTrans" cxnId="{54607A3E-0B23-48B3-90BA-239F55666199}">
      <dgm:prSet/>
      <dgm:spPr/>
      <dgm:t>
        <a:bodyPr/>
        <a:lstStyle/>
        <a:p>
          <a:endParaRPr lang="en-US"/>
        </a:p>
      </dgm:t>
    </dgm:pt>
    <dgm:pt modelId="{C98649A8-461E-4819-B6E0-20E445181F5B}">
      <dgm:prSet custT="1"/>
      <dgm:spPr/>
      <dgm:t>
        <a:bodyPr/>
        <a:lstStyle/>
        <a:p>
          <a:r>
            <a:rPr lang="en-US" sz="1050" dirty="0"/>
            <a:t>Store keeper</a:t>
          </a:r>
        </a:p>
      </dgm:t>
    </dgm:pt>
    <dgm:pt modelId="{BE1BF5FA-A513-4EA9-BA75-8A9C4FF2683A}" type="parTrans" cxnId="{915E90B0-6F25-4445-B241-5D75B459A3E6}">
      <dgm:prSet/>
      <dgm:spPr/>
      <dgm:t>
        <a:bodyPr/>
        <a:lstStyle/>
        <a:p>
          <a:endParaRPr lang="en-US"/>
        </a:p>
      </dgm:t>
    </dgm:pt>
    <dgm:pt modelId="{14796450-3EF7-4A2F-B3E6-863CCE3DC1EE}" type="sibTrans" cxnId="{915E90B0-6F25-4445-B241-5D75B459A3E6}">
      <dgm:prSet/>
      <dgm:spPr/>
      <dgm:t>
        <a:bodyPr/>
        <a:lstStyle/>
        <a:p>
          <a:endParaRPr lang="en-US"/>
        </a:p>
      </dgm:t>
    </dgm:pt>
    <dgm:pt modelId="{9809A8CF-7981-4785-ABC7-4FC921A2B056}">
      <dgm:prSet custT="1"/>
      <dgm:spPr/>
      <dgm:t>
        <a:bodyPr/>
        <a:lstStyle/>
        <a:p>
          <a:r>
            <a:rPr lang="en-US" sz="1050" dirty="0"/>
            <a:t>Accountant</a:t>
          </a:r>
        </a:p>
      </dgm:t>
    </dgm:pt>
    <dgm:pt modelId="{EE73193D-B8B6-4DA1-BE64-89AD80512A7E}" type="parTrans" cxnId="{37B57E99-7FA9-41E3-A1ED-F178B27CDDAA}">
      <dgm:prSet/>
      <dgm:spPr/>
      <dgm:t>
        <a:bodyPr/>
        <a:lstStyle/>
        <a:p>
          <a:endParaRPr lang="en-US"/>
        </a:p>
      </dgm:t>
    </dgm:pt>
    <dgm:pt modelId="{8DEC5F2A-9FE8-4B1C-94D5-6E8C168393EF}" type="sibTrans" cxnId="{37B57E99-7FA9-41E3-A1ED-F178B27CDDAA}">
      <dgm:prSet/>
      <dgm:spPr/>
      <dgm:t>
        <a:bodyPr/>
        <a:lstStyle/>
        <a:p>
          <a:endParaRPr lang="en-US"/>
        </a:p>
      </dgm:t>
    </dgm:pt>
    <dgm:pt modelId="{D8B7A84B-4B88-45EA-AFEC-88AFBF0120D0}">
      <dgm:prSet phldrT="[Text]" custT="1"/>
      <dgm:spPr/>
      <dgm:t>
        <a:bodyPr/>
        <a:lstStyle/>
        <a:p>
          <a:r>
            <a:rPr lang="en-US" sz="1050" dirty="0"/>
            <a:t>Production Department</a:t>
          </a:r>
        </a:p>
      </dgm:t>
    </dgm:pt>
    <dgm:pt modelId="{8120D5A1-C433-4D9F-85BE-89EBF4356B79}" type="sibTrans" cxnId="{132DAB1F-B4E5-430E-B9B2-AD0594EA8C52}">
      <dgm:prSet/>
      <dgm:spPr/>
      <dgm:t>
        <a:bodyPr/>
        <a:lstStyle/>
        <a:p>
          <a:endParaRPr lang="en-US"/>
        </a:p>
      </dgm:t>
    </dgm:pt>
    <dgm:pt modelId="{E4062B8E-49E9-437A-A44E-343D77B33470}" type="parTrans" cxnId="{132DAB1F-B4E5-430E-B9B2-AD0594EA8C52}">
      <dgm:prSet/>
      <dgm:spPr/>
      <dgm:t>
        <a:bodyPr/>
        <a:lstStyle/>
        <a:p>
          <a:endParaRPr lang="en-US"/>
        </a:p>
      </dgm:t>
    </dgm:pt>
    <dgm:pt modelId="{9D08E887-F6E6-4E34-880C-966C4E8ED0C0}">
      <dgm:prSet custT="1"/>
      <dgm:spPr/>
      <dgm:t>
        <a:bodyPr/>
        <a:lstStyle/>
        <a:p>
          <a:r>
            <a:rPr lang="en-US" sz="1050" dirty="0" smtClean="0"/>
            <a:t>Quality Department</a:t>
          </a:r>
          <a:endParaRPr lang="en-US" sz="1050" dirty="0"/>
        </a:p>
      </dgm:t>
    </dgm:pt>
    <dgm:pt modelId="{4DF921D2-6DD9-4928-946E-B23AA29920D3}" type="parTrans" cxnId="{D456E705-1F29-478E-8BC7-2F7ECA23A383}">
      <dgm:prSet/>
      <dgm:spPr/>
      <dgm:t>
        <a:bodyPr/>
        <a:lstStyle/>
        <a:p>
          <a:endParaRPr lang="en-US"/>
        </a:p>
      </dgm:t>
    </dgm:pt>
    <dgm:pt modelId="{6A49D925-CFC6-4AEB-A37B-11C274030171}" type="sibTrans" cxnId="{D456E705-1F29-478E-8BC7-2F7ECA23A383}">
      <dgm:prSet/>
      <dgm:spPr/>
      <dgm:t>
        <a:bodyPr/>
        <a:lstStyle/>
        <a:p>
          <a:endParaRPr lang="en-US"/>
        </a:p>
      </dgm:t>
    </dgm:pt>
    <dgm:pt modelId="{2DF3B61E-50D8-4F5C-828D-8AB949505652}" type="pres">
      <dgm:prSet presAssocID="{E4D88E23-501D-47A7-8011-A93C172C51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9DF4163-54E9-43B2-9B0E-72A18E8DEBE8}" type="pres">
      <dgm:prSet presAssocID="{0C4362A6-8F52-49F3-A91E-4AF68B36465F}" presName="hierRoot1" presStyleCnt="0"/>
      <dgm:spPr/>
    </dgm:pt>
    <dgm:pt modelId="{DD7EB7EF-7BC8-46F7-82D5-42C54166C70C}" type="pres">
      <dgm:prSet presAssocID="{0C4362A6-8F52-49F3-A91E-4AF68B36465F}" presName="composite" presStyleCnt="0"/>
      <dgm:spPr/>
    </dgm:pt>
    <dgm:pt modelId="{8F3DD772-85EA-460C-ABCF-3E5A1F898483}" type="pres">
      <dgm:prSet presAssocID="{0C4362A6-8F52-49F3-A91E-4AF68B36465F}" presName="background" presStyleLbl="node0" presStyleIdx="0" presStyleCnt="1"/>
      <dgm:spPr/>
    </dgm:pt>
    <dgm:pt modelId="{99506AF7-CA61-4826-B3D7-E28C66617EF3}" type="pres">
      <dgm:prSet presAssocID="{0C4362A6-8F52-49F3-A91E-4AF68B36465F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28925E-C3D0-4035-84EF-72D62EA88E73}" type="pres">
      <dgm:prSet presAssocID="{0C4362A6-8F52-49F3-A91E-4AF68B36465F}" presName="hierChild2" presStyleCnt="0"/>
      <dgm:spPr/>
    </dgm:pt>
    <dgm:pt modelId="{C74D400B-D45E-4FA1-900D-A6F57D0FFF10}" type="pres">
      <dgm:prSet presAssocID="{E4062B8E-49E9-437A-A44E-343D77B33470}" presName="Name10" presStyleLbl="parChTrans1D2" presStyleIdx="0" presStyleCnt="4"/>
      <dgm:spPr/>
      <dgm:t>
        <a:bodyPr/>
        <a:lstStyle/>
        <a:p>
          <a:endParaRPr lang="en-US"/>
        </a:p>
      </dgm:t>
    </dgm:pt>
    <dgm:pt modelId="{10034739-B44D-4E43-8A96-7D9CC4BFDDC2}" type="pres">
      <dgm:prSet presAssocID="{D8B7A84B-4B88-45EA-AFEC-88AFBF0120D0}" presName="hierRoot2" presStyleCnt="0"/>
      <dgm:spPr/>
    </dgm:pt>
    <dgm:pt modelId="{ACF88A0B-69E8-43A7-9EA8-C39A5625C6A2}" type="pres">
      <dgm:prSet presAssocID="{D8B7A84B-4B88-45EA-AFEC-88AFBF0120D0}" presName="composite2" presStyleCnt="0"/>
      <dgm:spPr/>
    </dgm:pt>
    <dgm:pt modelId="{E6668A0F-22C8-4EFF-B269-E7DDECCC4090}" type="pres">
      <dgm:prSet presAssocID="{D8B7A84B-4B88-45EA-AFEC-88AFBF0120D0}" presName="background2" presStyleLbl="node2" presStyleIdx="0" presStyleCnt="4"/>
      <dgm:spPr/>
    </dgm:pt>
    <dgm:pt modelId="{79BA4E88-171D-4D76-9301-116243C42C2C}" type="pres">
      <dgm:prSet presAssocID="{D8B7A84B-4B88-45EA-AFEC-88AFBF0120D0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BAC446-F18B-4ED7-B02C-006D0197836C}" type="pres">
      <dgm:prSet presAssocID="{D8B7A84B-4B88-45EA-AFEC-88AFBF0120D0}" presName="hierChild3" presStyleCnt="0"/>
      <dgm:spPr/>
    </dgm:pt>
    <dgm:pt modelId="{FCD8F149-DF6D-4302-811A-4AE1EAE07B2A}" type="pres">
      <dgm:prSet presAssocID="{ABB3DE3C-1B65-4978-8981-08E49B3AD7B9}" presName="Name17" presStyleLbl="parChTrans1D3" presStyleIdx="0" presStyleCnt="4"/>
      <dgm:spPr/>
      <dgm:t>
        <a:bodyPr/>
        <a:lstStyle/>
        <a:p>
          <a:endParaRPr lang="en-US"/>
        </a:p>
      </dgm:t>
    </dgm:pt>
    <dgm:pt modelId="{203D12AE-6CB7-4BA3-BD8B-DC96E883DFA0}" type="pres">
      <dgm:prSet presAssocID="{CFE47A79-B57D-45BA-B38D-740EC3AF0573}" presName="hierRoot3" presStyleCnt="0"/>
      <dgm:spPr/>
    </dgm:pt>
    <dgm:pt modelId="{31186B17-1FF4-4097-B111-BBDD3B487FBF}" type="pres">
      <dgm:prSet presAssocID="{CFE47A79-B57D-45BA-B38D-740EC3AF0573}" presName="composite3" presStyleCnt="0"/>
      <dgm:spPr/>
    </dgm:pt>
    <dgm:pt modelId="{272F6391-27E1-4C76-96D9-E03291B8325B}" type="pres">
      <dgm:prSet presAssocID="{CFE47A79-B57D-45BA-B38D-740EC3AF0573}" presName="background3" presStyleLbl="node3" presStyleIdx="0" presStyleCnt="4"/>
      <dgm:spPr/>
    </dgm:pt>
    <dgm:pt modelId="{A8E76EDD-4C60-4904-BE94-2163EE4CA5AC}" type="pres">
      <dgm:prSet presAssocID="{CFE47A79-B57D-45BA-B38D-740EC3AF0573}" presName="text3" presStyleLbl="fgAcc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419282-65CF-4F0F-A04B-A51270D5F718}" type="pres">
      <dgm:prSet presAssocID="{CFE47A79-B57D-45BA-B38D-740EC3AF0573}" presName="hierChild4" presStyleCnt="0"/>
      <dgm:spPr/>
    </dgm:pt>
    <dgm:pt modelId="{E3C81DDB-BC2E-40CC-ADC8-133DB0C74C26}" type="pres">
      <dgm:prSet presAssocID="{9A62301F-207B-4EE3-8127-98804AD9E9A9}" presName="Name23" presStyleLbl="parChTrans1D4" presStyleIdx="0" presStyleCnt="3"/>
      <dgm:spPr/>
      <dgm:t>
        <a:bodyPr/>
        <a:lstStyle/>
        <a:p>
          <a:endParaRPr lang="en-US"/>
        </a:p>
      </dgm:t>
    </dgm:pt>
    <dgm:pt modelId="{BF2CBD12-3D83-4D12-9DB9-C0470E84D022}" type="pres">
      <dgm:prSet presAssocID="{C912BFC9-451C-46F4-BCA7-3457EC1F1943}" presName="hierRoot4" presStyleCnt="0"/>
      <dgm:spPr/>
    </dgm:pt>
    <dgm:pt modelId="{D0AFFFB5-37B6-45E3-B61F-FBAB7AF06ABC}" type="pres">
      <dgm:prSet presAssocID="{C912BFC9-451C-46F4-BCA7-3457EC1F1943}" presName="composite4" presStyleCnt="0"/>
      <dgm:spPr/>
    </dgm:pt>
    <dgm:pt modelId="{666D3FA8-3C94-4E59-8040-2F4089E2A380}" type="pres">
      <dgm:prSet presAssocID="{C912BFC9-451C-46F4-BCA7-3457EC1F1943}" presName="background4" presStyleLbl="node4" presStyleIdx="0" presStyleCnt="3"/>
      <dgm:spPr/>
    </dgm:pt>
    <dgm:pt modelId="{3E91B4EC-3F48-481A-92B9-A7AC34850EE3}" type="pres">
      <dgm:prSet presAssocID="{C912BFC9-451C-46F4-BCA7-3457EC1F1943}" presName="text4" presStyleLbl="fgAcc4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88D916-6BAF-40C6-855A-BA6470FF07A0}" type="pres">
      <dgm:prSet presAssocID="{C912BFC9-451C-46F4-BCA7-3457EC1F1943}" presName="hierChild5" presStyleCnt="0"/>
      <dgm:spPr/>
    </dgm:pt>
    <dgm:pt modelId="{9E7026E9-B1E8-4F62-A46C-764AA20B844D}" type="pres">
      <dgm:prSet presAssocID="{8E811538-F6E1-493A-9F00-D2CEDC5608D0}" presName="Name23" presStyleLbl="parChTrans1D4" presStyleIdx="1" presStyleCnt="3"/>
      <dgm:spPr/>
      <dgm:t>
        <a:bodyPr/>
        <a:lstStyle/>
        <a:p>
          <a:endParaRPr lang="en-US"/>
        </a:p>
      </dgm:t>
    </dgm:pt>
    <dgm:pt modelId="{EBC8151B-4516-43C2-826C-49D1A835DD84}" type="pres">
      <dgm:prSet presAssocID="{16F287BA-D895-406F-8B50-7AB32679AF9D}" presName="hierRoot4" presStyleCnt="0"/>
      <dgm:spPr/>
    </dgm:pt>
    <dgm:pt modelId="{CEFDFD5E-A1AC-4AB9-B62F-2504F5CA9F74}" type="pres">
      <dgm:prSet presAssocID="{16F287BA-D895-406F-8B50-7AB32679AF9D}" presName="composite4" presStyleCnt="0"/>
      <dgm:spPr/>
    </dgm:pt>
    <dgm:pt modelId="{81FA5E7C-CDDA-4B3A-B8E9-79AA96418AE5}" type="pres">
      <dgm:prSet presAssocID="{16F287BA-D895-406F-8B50-7AB32679AF9D}" presName="background4" presStyleLbl="node4" presStyleIdx="1" presStyleCnt="3"/>
      <dgm:spPr/>
    </dgm:pt>
    <dgm:pt modelId="{82184D35-9D04-48FA-B20A-9F9A45345313}" type="pres">
      <dgm:prSet presAssocID="{16F287BA-D895-406F-8B50-7AB32679AF9D}" presName="text4" presStyleLbl="fgAcc4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98A2F1-6CDC-408B-B55A-6ABBE4B2E0C5}" type="pres">
      <dgm:prSet presAssocID="{16F287BA-D895-406F-8B50-7AB32679AF9D}" presName="hierChild5" presStyleCnt="0"/>
      <dgm:spPr/>
    </dgm:pt>
    <dgm:pt modelId="{6D08496A-7DB4-445C-9416-B36E73F7ED4E}" type="pres">
      <dgm:prSet presAssocID="{303600F2-5AF7-41FD-824D-C1DE4C85C8DC}" presName="Name23" presStyleLbl="parChTrans1D4" presStyleIdx="2" presStyleCnt="3"/>
      <dgm:spPr/>
      <dgm:t>
        <a:bodyPr/>
        <a:lstStyle/>
        <a:p>
          <a:endParaRPr lang="en-US"/>
        </a:p>
      </dgm:t>
    </dgm:pt>
    <dgm:pt modelId="{CDA25C16-0F40-45EF-B3EF-E35B841E372C}" type="pres">
      <dgm:prSet presAssocID="{8AF0E0E5-1165-4A9C-B5A7-0309E509F3AD}" presName="hierRoot4" presStyleCnt="0"/>
      <dgm:spPr/>
    </dgm:pt>
    <dgm:pt modelId="{286602CD-DE32-4AB0-9CFC-672F20A47B2C}" type="pres">
      <dgm:prSet presAssocID="{8AF0E0E5-1165-4A9C-B5A7-0309E509F3AD}" presName="composite4" presStyleCnt="0"/>
      <dgm:spPr/>
    </dgm:pt>
    <dgm:pt modelId="{EA1B94C1-9387-4C56-A78F-10587844F8CB}" type="pres">
      <dgm:prSet presAssocID="{8AF0E0E5-1165-4A9C-B5A7-0309E509F3AD}" presName="background4" presStyleLbl="node4" presStyleIdx="2" presStyleCnt="3"/>
      <dgm:spPr/>
    </dgm:pt>
    <dgm:pt modelId="{B64D283B-E87E-4DF1-A185-749A9D5726C4}" type="pres">
      <dgm:prSet presAssocID="{8AF0E0E5-1165-4A9C-B5A7-0309E509F3AD}" presName="text4" presStyleLbl="fgAcc4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EFDE06-3F43-4AA4-9E6E-F97A359E6CCF}" type="pres">
      <dgm:prSet presAssocID="{8AF0E0E5-1165-4A9C-B5A7-0309E509F3AD}" presName="hierChild5" presStyleCnt="0"/>
      <dgm:spPr/>
    </dgm:pt>
    <dgm:pt modelId="{7E419462-8F5E-47DE-9469-E22B62F6F272}" type="pres">
      <dgm:prSet presAssocID="{4DF921D2-6DD9-4928-946E-B23AA29920D3}" presName="Name10" presStyleLbl="parChTrans1D2" presStyleIdx="1" presStyleCnt="4"/>
      <dgm:spPr/>
      <dgm:t>
        <a:bodyPr/>
        <a:lstStyle/>
        <a:p>
          <a:endParaRPr lang="en-US"/>
        </a:p>
      </dgm:t>
    </dgm:pt>
    <dgm:pt modelId="{D87FE0E7-E610-46C0-8FB2-724A9CFF9458}" type="pres">
      <dgm:prSet presAssocID="{9D08E887-F6E6-4E34-880C-966C4E8ED0C0}" presName="hierRoot2" presStyleCnt="0"/>
      <dgm:spPr/>
    </dgm:pt>
    <dgm:pt modelId="{88673C24-93C1-46CC-9490-91BCE52F49A8}" type="pres">
      <dgm:prSet presAssocID="{9D08E887-F6E6-4E34-880C-966C4E8ED0C0}" presName="composite2" presStyleCnt="0"/>
      <dgm:spPr/>
    </dgm:pt>
    <dgm:pt modelId="{D26360A1-B13D-4348-AC48-8A77F4DF5953}" type="pres">
      <dgm:prSet presAssocID="{9D08E887-F6E6-4E34-880C-966C4E8ED0C0}" presName="background2" presStyleLbl="node2" presStyleIdx="1" presStyleCnt="4"/>
      <dgm:spPr/>
    </dgm:pt>
    <dgm:pt modelId="{87B2EB78-4291-49A0-B7B2-C7FE6D1AD816}" type="pres">
      <dgm:prSet presAssocID="{9D08E887-F6E6-4E34-880C-966C4E8ED0C0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022948-A921-403D-A973-2426BD3AC326}" type="pres">
      <dgm:prSet presAssocID="{9D08E887-F6E6-4E34-880C-966C4E8ED0C0}" presName="hierChild3" presStyleCnt="0"/>
      <dgm:spPr/>
    </dgm:pt>
    <dgm:pt modelId="{E89C7F78-0407-40DE-AE76-7A7AA91532F5}" type="pres">
      <dgm:prSet presAssocID="{674E2ED5-5205-4A4C-97C1-3C7D34C50CA8}" presName="Name17" presStyleLbl="parChTrans1D3" presStyleIdx="1" presStyleCnt="4"/>
      <dgm:spPr/>
      <dgm:t>
        <a:bodyPr/>
        <a:lstStyle/>
        <a:p>
          <a:endParaRPr lang="en-US"/>
        </a:p>
      </dgm:t>
    </dgm:pt>
    <dgm:pt modelId="{5009EB55-61CD-4EF9-81CF-6803DC3342EE}" type="pres">
      <dgm:prSet presAssocID="{F3F47A20-8218-4AD6-B273-B940BCF90374}" presName="hierRoot3" presStyleCnt="0"/>
      <dgm:spPr/>
    </dgm:pt>
    <dgm:pt modelId="{4CF1E591-BF42-478D-B556-DD743D2E0C3A}" type="pres">
      <dgm:prSet presAssocID="{F3F47A20-8218-4AD6-B273-B940BCF90374}" presName="composite3" presStyleCnt="0"/>
      <dgm:spPr/>
    </dgm:pt>
    <dgm:pt modelId="{5E1DDA55-F4EA-4F91-B180-49A45138AF93}" type="pres">
      <dgm:prSet presAssocID="{F3F47A20-8218-4AD6-B273-B940BCF90374}" presName="background3" presStyleLbl="node3" presStyleIdx="1" presStyleCnt="4"/>
      <dgm:spPr/>
    </dgm:pt>
    <dgm:pt modelId="{AB9BA3D9-6075-4D52-84DD-8C48BECFA21C}" type="pres">
      <dgm:prSet presAssocID="{F3F47A20-8218-4AD6-B273-B940BCF90374}" presName="text3" presStyleLbl="fgAcc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9C190D-C36E-4511-A710-AE02B920FA8F}" type="pres">
      <dgm:prSet presAssocID="{F3F47A20-8218-4AD6-B273-B940BCF90374}" presName="hierChild4" presStyleCnt="0"/>
      <dgm:spPr/>
    </dgm:pt>
    <dgm:pt modelId="{C01BBE39-CACE-4E08-A7D0-15915514B5A8}" type="pres">
      <dgm:prSet presAssocID="{2FC241BF-E17D-4B3D-9C1E-E03D889EBC58}" presName="Name10" presStyleLbl="parChTrans1D2" presStyleIdx="2" presStyleCnt="4"/>
      <dgm:spPr/>
      <dgm:t>
        <a:bodyPr/>
        <a:lstStyle/>
        <a:p>
          <a:endParaRPr lang="en-US"/>
        </a:p>
      </dgm:t>
    </dgm:pt>
    <dgm:pt modelId="{E6579D0F-A98F-4D95-BEFD-235B068546B7}" type="pres">
      <dgm:prSet presAssocID="{BE9C83BA-20BF-496D-84F2-000B03BD8F13}" presName="hierRoot2" presStyleCnt="0"/>
      <dgm:spPr/>
    </dgm:pt>
    <dgm:pt modelId="{F3322E9F-BAA4-4D61-900E-564056399D84}" type="pres">
      <dgm:prSet presAssocID="{BE9C83BA-20BF-496D-84F2-000B03BD8F13}" presName="composite2" presStyleCnt="0"/>
      <dgm:spPr/>
    </dgm:pt>
    <dgm:pt modelId="{2D3C620A-DCA0-442E-98A2-C67B494EE2E7}" type="pres">
      <dgm:prSet presAssocID="{BE9C83BA-20BF-496D-84F2-000B03BD8F13}" presName="background2" presStyleLbl="node2" presStyleIdx="2" presStyleCnt="4"/>
      <dgm:spPr/>
    </dgm:pt>
    <dgm:pt modelId="{5ACC87EF-3BE1-43A0-8738-4780416D26D5}" type="pres">
      <dgm:prSet presAssocID="{BE9C83BA-20BF-496D-84F2-000B03BD8F13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BA2359-11D8-48EB-A1B5-7287A1B4D96D}" type="pres">
      <dgm:prSet presAssocID="{BE9C83BA-20BF-496D-84F2-000B03BD8F13}" presName="hierChild3" presStyleCnt="0"/>
      <dgm:spPr/>
    </dgm:pt>
    <dgm:pt modelId="{20B8256D-F1FE-4F5D-89ED-F7F3622206C0}" type="pres">
      <dgm:prSet presAssocID="{EE73193D-B8B6-4DA1-BE64-89AD80512A7E}" presName="Name17" presStyleLbl="parChTrans1D3" presStyleIdx="2" presStyleCnt="4"/>
      <dgm:spPr/>
      <dgm:t>
        <a:bodyPr/>
        <a:lstStyle/>
        <a:p>
          <a:endParaRPr lang="en-US"/>
        </a:p>
      </dgm:t>
    </dgm:pt>
    <dgm:pt modelId="{7767F081-10BD-4BBD-B000-4D115EBB4D59}" type="pres">
      <dgm:prSet presAssocID="{9809A8CF-7981-4785-ABC7-4FC921A2B056}" presName="hierRoot3" presStyleCnt="0"/>
      <dgm:spPr/>
    </dgm:pt>
    <dgm:pt modelId="{30295C5A-AD2D-439F-8DE7-A23C7DDBA0D0}" type="pres">
      <dgm:prSet presAssocID="{9809A8CF-7981-4785-ABC7-4FC921A2B056}" presName="composite3" presStyleCnt="0"/>
      <dgm:spPr/>
    </dgm:pt>
    <dgm:pt modelId="{AAAB9096-FC33-48CA-A664-B59A29C90099}" type="pres">
      <dgm:prSet presAssocID="{9809A8CF-7981-4785-ABC7-4FC921A2B056}" presName="background3" presStyleLbl="node3" presStyleIdx="2" presStyleCnt="4"/>
      <dgm:spPr/>
    </dgm:pt>
    <dgm:pt modelId="{22FDDA8A-6ADA-496C-B0C3-A8AFC94F1ED5}" type="pres">
      <dgm:prSet presAssocID="{9809A8CF-7981-4785-ABC7-4FC921A2B056}" presName="text3" presStyleLbl="fgAcc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8F249C-CC16-4BED-9644-885D55706D97}" type="pres">
      <dgm:prSet presAssocID="{9809A8CF-7981-4785-ABC7-4FC921A2B056}" presName="hierChild4" presStyleCnt="0"/>
      <dgm:spPr/>
    </dgm:pt>
    <dgm:pt modelId="{F3865F8D-3F1B-409C-AF5B-5B3B7E66C036}" type="pres">
      <dgm:prSet presAssocID="{84D121E0-A7A7-48E2-8824-0C3816218E19}" presName="Name10" presStyleLbl="parChTrans1D2" presStyleIdx="3" presStyleCnt="4"/>
      <dgm:spPr/>
      <dgm:t>
        <a:bodyPr/>
        <a:lstStyle/>
        <a:p>
          <a:endParaRPr lang="en-US"/>
        </a:p>
      </dgm:t>
    </dgm:pt>
    <dgm:pt modelId="{A1D549BF-9E2E-41B9-8CC2-70D291D51408}" type="pres">
      <dgm:prSet presAssocID="{81B6BD0A-1C99-4CC4-AAB6-5A82123160B0}" presName="hierRoot2" presStyleCnt="0"/>
      <dgm:spPr/>
    </dgm:pt>
    <dgm:pt modelId="{C053F754-6C76-4787-8617-3E303266BB6F}" type="pres">
      <dgm:prSet presAssocID="{81B6BD0A-1C99-4CC4-AAB6-5A82123160B0}" presName="composite2" presStyleCnt="0"/>
      <dgm:spPr/>
    </dgm:pt>
    <dgm:pt modelId="{655EA03F-7023-459C-BFE3-2C5C4797D45D}" type="pres">
      <dgm:prSet presAssocID="{81B6BD0A-1C99-4CC4-AAB6-5A82123160B0}" presName="background2" presStyleLbl="node2" presStyleIdx="3" presStyleCnt="4"/>
      <dgm:spPr/>
    </dgm:pt>
    <dgm:pt modelId="{22F02CE7-A2B2-42B6-8191-3F9B18B595A9}" type="pres">
      <dgm:prSet presAssocID="{81B6BD0A-1C99-4CC4-AAB6-5A82123160B0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2094A54-2211-4292-B5EF-B2B124C8BFD6}" type="pres">
      <dgm:prSet presAssocID="{81B6BD0A-1C99-4CC4-AAB6-5A82123160B0}" presName="hierChild3" presStyleCnt="0"/>
      <dgm:spPr/>
    </dgm:pt>
    <dgm:pt modelId="{D2E7ACAC-DDB7-4C51-98CE-3E71FC744ADD}" type="pres">
      <dgm:prSet presAssocID="{BE1BF5FA-A513-4EA9-BA75-8A9C4FF2683A}" presName="Name17" presStyleLbl="parChTrans1D3" presStyleIdx="3" presStyleCnt="4"/>
      <dgm:spPr/>
      <dgm:t>
        <a:bodyPr/>
        <a:lstStyle/>
        <a:p>
          <a:endParaRPr lang="en-US"/>
        </a:p>
      </dgm:t>
    </dgm:pt>
    <dgm:pt modelId="{8DE995CB-F7AF-4CAC-BB19-C9EF28000DE6}" type="pres">
      <dgm:prSet presAssocID="{C98649A8-461E-4819-B6E0-20E445181F5B}" presName="hierRoot3" presStyleCnt="0"/>
      <dgm:spPr/>
    </dgm:pt>
    <dgm:pt modelId="{CA1D366E-773D-48D8-8BFF-DB745D3C8340}" type="pres">
      <dgm:prSet presAssocID="{C98649A8-461E-4819-B6E0-20E445181F5B}" presName="composite3" presStyleCnt="0"/>
      <dgm:spPr/>
    </dgm:pt>
    <dgm:pt modelId="{893F70D0-8CD1-4569-A5F9-F262289C1D31}" type="pres">
      <dgm:prSet presAssocID="{C98649A8-461E-4819-B6E0-20E445181F5B}" presName="background3" presStyleLbl="node3" presStyleIdx="3" presStyleCnt="4"/>
      <dgm:spPr/>
    </dgm:pt>
    <dgm:pt modelId="{FA874992-39B7-4353-B062-E4CF42651BF7}" type="pres">
      <dgm:prSet presAssocID="{C98649A8-461E-4819-B6E0-20E445181F5B}" presName="text3" presStyleLbl="fgAcc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5AF41E-FBE9-4C3D-8B97-DD530E5AA299}" type="pres">
      <dgm:prSet presAssocID="{C98649A8-461E-4819-B6E0-20E445181F5B}" presName="hierChild4" presStyleCnt="0"/>
      <dgm:spPr/>
    </dgm:pt>
  </dgm:ptLst>
  <dgm:cxnLst>
    <dgm:cxn modelId="{6CE0CB7E-3FF7-497B-8EDE-53CD04E34219}" type="presOf" srcId="{9809A8CF-7981-4785-ABC7-4FC921A2B056}" destId="{22FDDA8A-6ADA-496C-B0C3-A8AFC94F1ED5}" srcOrd="0" destOrd="0" presId="urn:microsoft.com/office/officeart/2005/8/layout/hierarchy1"/>
    <dgm:cxn modelId="{8285BAE0-9530-4BC8-BA0D-FC95C7AE7CA9}" srcId="{9D08E887-F6E6-4E34-880C-966C4E8ED0C0}" destId="{F3F47A20-8218-4AD6-B273-B940BCF90374}" srcOrd="0" destOrd="0" parTransId="{674E2ED5-5205-4A4C-97C1-3C7D34C50CA8}" sibTransId="{781D2DB0-D37B-48A3-A00D-911914B2E47C}"/>
    <dgm:cxn modelId="{F3EA5D77-20EE-4CBB-8D4F-07712889CD30}" type="presOf" srcId="{BE9C83BA-20BF-496D-84F2-000B03BD8F13}" destId="{5ACC87EF-3BE1-43A0-8738-4780416D26D5}" srcOrd="0" destOrd="0" presId="urn:microsoft.com/office/officeart/2005/8/layout/hierarchy1"/>
    <dgm:cxn modelId="{D965E9CD-E2BD-4244-89CA-AE3564B3CC54}" type="presOf" srcId="{EE73193D-B8B6-4DA1-BE64-89AD80512A7E}" destId="{20B8256D-F1FE-4F5D-89ED-F7F3622206C0}" srcOrd="0" destOrd="0" presId="urn:microsoft.com/office/officeart/2005/8/layout/hierarchy1"/>
    <dgm:cxn modelId="{B244AC8A-E18E-4262-937D-379DB7066E38}" type="presOf" srcId="{BE1BF5FA-A513-4EA9-BA75-8A9C4FF2683A}" destId="{D2E7ACAC-DDB7-4C51-98CE-3E71FC744ADD}" srcOrd="0" destOrd="0" presId="urn:microsoft.com/office/officeart/2005/8/layout/hierarchy1"/>
    <dgm:cxn modelId="{5661278A-299A-41D8-A860-803C678DBDEA}" type="presOf" srcId="{D8B7A84B-4B88-45EA-AFEC-88AFBF0120D0}" destId="{79BA4E88-171D-4D76-9301-116243C42C2C}" srcOrd="0" destOrd="0" presId="urn:microsoft.com/office/officeart/2005/8/layout/hierarchy1"/>
    <dgm:cxn modelId="{99876AD2-DB0D-444A-A1DC-CBDBCB9A0C37}" type="presOf" srcId="{8E811538-F6E1-493A-9F00-D2CEDC5608D0}" destId="{9E7026E9-B1E8-4F62-A46C-764AA20B844D}" srcOrd="0" destOrd="0" presId="urn:microsoft.com/office/officeart/2005/8/layout/hierarchy1"/>
    <dgm:cxn modelId="{CC8E2E1A-BC3E-4FA3-AA95-269B66C8ED3B}" type="presOf" srcId="{9D08E887-F6E6-4E34-880C-966C4E8ED0C0}" destId="{87B2EB78-4291-49A0-B7B2-C7FE6D1AD816}" srcOrd="0" destOrd="0" presId="urn:microsoft.com/office/officeart/2005/8/layout/hierarchy1"/>
    <dgm:cxn modelId="{28DAEE8F-B354-4BFC-8A7E-4D1C8E202611}" srcId="{CFE47A79-B57D-45BA-B38D-740EC3AF0573}" destId="{C912BFC9-451C-46F4-BCA7-3457EC1F1943}" srcOrd="0" destOrd="0" parTransId="{9A62301F-207B-4EE3-8127-98804AD9E9A9}" sibTransId="{09ACEF9C-AB68-4AD3-9BB4-03348F577164}"/>
    <dgm:cxn modelId="{BD2473B7-8354-452F-BD87-DC814D96BCBA}" type="presOf" srcId="{84D121E0-A7A7-48E2-8824-0C3816218E19}" destId="{F3865F8D-3F1B-409C-AF5B-5B3B7E66C036}" srcOrd="0" destOrd="0" presId="urn:microsoft.com/office/officeart/2005/8/layout/hierarchy1"/>
    <dgm:cxn modelId="{C3527849-8B75-42B9-871F-81000EE8DE79}" srcId="{E4D88E23-501D-47A7-8011-A93C172C5106}" destId="{0C4362A6-8F52-49F3-A91E-4AF68B36465F}" srcOrd="0" destOrd="0" parTransId="{0867645F-0ABA-4D4A-9F5C-5A69C7CA095B}" sibTransId="{089A5A2B-66F0-49DD-AD16-9B247927DD33}"/>
    <dgm:cxn modelId="{123CC815-718B-41A9-B32B-293CA2BF4B21}" type="presOf" srcId="{CFE47A79-B57D-45BA-B38D-740EC3AF0573}" destId="{A8E76EDD-4C60-4904-BE94-2163EE4CA5AC}" srcOrd="0" destOrd="0" presId="urn:microsoft.com/office/officeart/2005/8/layout/hierarchy1"/>
    <dgm:cxn modelId="{37B57E99-7FA9-41E3-A1ED-F178B27CDDAA}" srcId="{BE9C83BA-20BF-496D-84F2-000B03BD8F13}" destId="{9809A8CF-7981-4785-ABC7-4FC921A2B056}" srcOrd="0" destOrd="0" parTransId="{EE73193D-B8B6-4DA1-BE64-89AD80512A7E}" sibTransId="{8DEC5F2A-9FE8-4B1C-94D5-6E8C168393EF}"/>
    <dgm:cxn modelId="{7FEE4370-0288-476D-B17F-EB0F2F467CE9}" type="presOf" srcId="{0C4362A6-8F52-49F3-A91E-4AF68B36465F}" destId="{99506AF7-CA61-4826-B3D7-E28C66617EF3}" srcOrd="0" destOrd="0" presId="urn:microsoft.com/office/officeart/2005/8/layout/hierarchy1"/>
    <dgm:cxn modelId="{1FE9A44A-8735-4EDC-B024-C64BA36FB37C}" type="presOf" srcId="{303600F2-5AF7-41FD-824D-C1DE4C85C8DC}" destId="{6D08496A-7DB4-445C-9416-B36E73F7ED4E}" srcOrd="0" destOrd="0" presId="urn:microsoft.com/office/officeart/2005/8/layout/hierarchy1"/>
    <dgm:cxn modelId="{3DF5E2B0-D728-45DA-B487-6178988F9E29}" type="presOf" srcId="{E4D88E23-501D-47A7-8011-A93C172C5106}" destId="{2DF3B61E-50D8-4F5C-828D-8AB949505652}" srcOrd="0" destOrd="0" presId="urn:microsoft.com/office/officeart/2005/8/layout/hierarchy1"/>
    <dgm:cxn modelId="{132DAB1F-B4E5-430E-B9B2-AD0594EA8C52}" srcId="{0C4362A6-8F52-49F3-A91E-4AF68B36465F}" destId="{D8B7A84B-4B88-45EA-AFEC-88AFBF0120D0}" srcOrd="0" destOrd="0" parTransId="{E4062B8E-49E9-437A-A44E-343D77B33470}" sibTransId="{8120D5A1-C433-4D9F-85BE-89EBF4356B79}"/>
    <dgm:cxn modelId="{83320AC8-742B-40BA-A34B-071710ED2335}" type="presOf" srcId="{4DF921D2-6DD9-4928-946E-B23AA29920D3}" destId="{7E419462-8F5E-47DE-9469-E22B62F6F272}" srcOrd="0" destOrd="0" presId="urn:microsoft.com/office/officeart/2005/8/layout/hierarchy1"/>
    <dgm:cxn modelId="{F13DC0B6-824B-43AD-9D77-613E369DA2EA}" type="presOf" srcId="{9A62301F-207B-4EE3-8127-98804AD9E9A9}" destId="{E3C81DDB-BC2E-40CC-ADC8-133DB0C74C26}" srcOrd="0" destOrd="0" presId="urn:microsoft.com/office/officeart/2005/8/layout/hierarchy1"/>
    <dgm:cxn modelId="{7C9EED07-ED91-4C1D-806C-C222715BF2E8}" type="presOf" srcId="{E4062B8E-49E9-437A-A44E-343D77B33470}" destId="{C74D400B-D45E-4FA1-900D-A6F57D0FFF10}" srcOrd="0" destOrd="0" presId="urn:microsoft.com/office/officeart/2005/8/layout/hierarchy1"/>
    <dgm:cxn modelId="{994D725D-8D5B-4E54-AB29-2D2EF949CD68}" type="presOf" srcId="{8AF0E0E5-1165-4A9C-B5A7-0309E509F3AD}" destId="{B64D283B-E87E-4DF1-A185-749A9D5726C4}" srcOrd="0" destOrd="0" presId="urn:microsoft.com/office/officeart/2005/8/layout/hierarchy1"/>
    <dgm:cxn modelId="{D8CE8536-5229-47DE-9B19-7F72FE978321}" type="presOf" srcId="{81B6BD0A-1C99-4CC4-AAB6-5A82123160B0}" destId="{22F02CE7-A2B2-42B6-8191-3F9B18B595A9}" srcOrd="0" destOrd="0" presId="urn:microsoft.com/office/officeart/2005/8/layout/hierarchy1"/>
    <dgm:cxn modelId="{94426EC1-637B-4707-A0CF-0F92D4938669}" srcId="{D8B7A84B-4B88-45EA-AFEC-88AFBF0120D0}" destId="{CFE47A79-B57D-45BA-B38D-740EC3AF0573}" srcOrd="0" destOrd="0" parTransId="{ABB3DE3C-1B65-4978-8981-08E49B3AD7B9}" sibTransId="{F07DD9ED-941E-4ECD-A24A-C4C141978D11}"/>
    <dgm:cxn modelId="{F3816953-6AE4-4354-8E87-7602A97D8F4C}" type="presOf" srcId="{ABB3DE3C-1B65-4978-8981-08E49B3AD7B9}" destId="{FCD8F149-DF6D-4302-811A-4AE1EAE07B2A}" srcOrd="0" destOrd="0" presId="urn:microsoft.com/office/officeart/2005/8/layout/hierarchy1"/>
    <dgm:cxn modelId="{54607A3E-0B23-48B3-90BA-239F55666199}" srcId="{0C4362A6-8F52-49F3-A91E-4AF68B36465F}" destId="{81B6BD0A-1C99-4CC4-AAB6-5A82123160B0}" srcOrd="3" destOrd="0" parTransId="{84D121E0-A7A7-48E2-8824-0C3816218E19}" sibTransId="{AFF50056-FC3E-43D1-B245-3468F6A569AD}"/>
    <dgm:cxn modelId="{B1B0827D-AF7F-41C1-AEC3-2ACBE21A781E}" type="presOf" srcId="{F3F47A20-8218-4AD6-B273-B940BCF90374}" destId="{AB9BA3D9-6075-4D52-84DD-8C48BECFA21C}" srcOrd="0" destOrd="0" presId="urn:microsoft.com/office/officeart/2005/8/layout/hierarchy1"/>
    <dgm:cxn modelId="{7ED827AF-0251-4666-94A2-9BAFD30228D4}" type="presOf" srcId="{16F287BA-D895-406F-8B50-7AB32679AF9D}" destId="{82184D35-9D04-48FA-B20A-9F9A45345313}" srcOrd="0" destOrd="0" presId="urn:microsoft.com/office/officeart/2005/8/layout/hierarchy1"/>
    <dgm:cxn modelId="{D456E705-1F29-478E-8BC7-2F7ECA23A383}" srcId="{0C4362A6-8F52-49F3-A91E-4AF68B36465F}" destId="{9D08E887-F6E6-4E34-880C-966C4E8ED0C0}" srcOrd="1" destOrd="0" parTransId="{4DF921D2-6DD9-4928-946E-B23AA29920D3}" sibTransId="{6A49D925-CFC6-4AEB-A37B-11C274030171}"/>
    <dgm:cxn modelId="{915E90B0-6F25-4445-B241-5D75B459A3E6}" srcId="{81B6BD0A-1C99-4CC4-AAB6-5A82123160B0}" destId="{C98649A8-461E-4819-B6E0-20E445181F5B}" srcOrd="0" destOrd="0" parTransId="{BE1BF5FA-A513-4EA9-BA75-8A9C4FF2683A}" sibTransId="{14796450-3EF7-4A2F-B3E6-863CCE3DC1EE}"/>
    <dgm:cxn modelId="{CCD1D5FD-43AE-490C-B145-E91E626F87F6}" type="presOf" srcId="{2FC241BF-E17D-4B3D-9C1E-E03D889EBC58}" destId="{C01BBE39-CACE-4E08-A7D0-15915514B5A8}" srcOrd="0" destOrd="0" presId="urn:microsoft.com/office/officeart/2005/8/layout/hierarchy1"/>
    <dgm:cxn modelId="{4BBB274E-B37B-488E-9720-77DEFB3D0C3A}" type="presOf" srcId="{C98649A8-461E-4819-B6E0-20E445181F5B}" destId="{FA874992-39B7-4353-B062-E4CF42651BF7}" srcOrd="0" destOrd="0" presId="urn:microsoft.com/office/officeart/2005/8/layout/hierarchy1"/>
    <dgm:cxn modelId="{291BD704-1E47-46A2-B259-5273453FFA3D}" type="presOf" srcId="{C912BFC9-451C-46F4-BCA7-3457EC1F1943}" destId="{3E91B4EC-3F48-481A-92B9-A7AC34850EE3}" srcOrd="0" destOrd="0" presId="urn:microsoft.com/office/officeart/2005/8/layout/hierarchy1"/>
    <dgm:cxn modelId="{AAD87541-4B50-407F-99C9-BA5D75721C38}" srcId="{0C4362A6-8F52-49F3-A91E-4AF68B36465F}" destId="{BE9C83BA-20BF-496D-84F2-000B03BD8F13}" srcOrd="2" destOrd="0" parTransId="{2FC241BF-E17D-4B3D-9C1E-E03D889EBC58}" sibTransId="{9DD32966-F949-4560-BD38-067FBD2E1748}"/>
    <dgm:cxn modelId="{9221E38B-53D4-4A88-A5C7-CC52F2B3D765}" srcId="{C912BFC9-451C-46F4-BCA7-3457EC1F1943}" destId="{8AF0E0E5-1165-4A9C-B5A7-0309E509F3AD}" srcOrd="1" destOrd="0" parTransId="{303600F2-5AF7-41FD-824D-C1DE4C85C8DC}" sibTransId="{822FA1A4-4D25-4196-BDAB-7FB9ABA0E230}"/>
    <dgm:cxn modelId="{944333D6-8D76-43D3-B11B-3AC985CC542E}" type="presOf" srcId="{674E2ED5-5205-4A4C-97C1-3C7D34C50CA8}" destId="{E89C7F78-0407-40DE-AE76-7A7AA91532F5}" srcOrd="0" destOrd="0" presId="urn:microsoft.com/office/officeart/2005/8/layout/hierarchy1"/>
    <dgm:cxn modelId="{CB8B5AAD-7027-4E7F-9A5A-CE2E24ABF5C1}" srcId="{C912BFC9-451C-46F4-BCA7-3457EC1F1943}" destId="{16F287BA-D895-406F-8B50-7AB32679AF9D}" srcOrd="0" destOrd="0" parTransId="{8E811538-F6E1-493A-9F00-D2CEDC5608D0}" sibTransId="{9AB42D1B-EF21-4ADC-940E-8C9ACBB30460}"/>
    <dgm:cxn modelId="{B9FEF829-DD89-4589-BF4F-DA7795BD053D}" type="presParOf" srcId="{2DF3B61E-50D8-4F5C-828D-8AB949505652}" destId="{C9DF4163-54E9-43B2-9B0E-72A18E8DEBE8}" srcOrd="0" destOrd="0" presId="urn:microsoft.com/office/officeart/2005/8/layout/hierarchy1"/>
    <dgm:cxn modelId="{999B1044-667F-4195-B964-3675AC4D8333}" type="presParOf" srcId="{C9DF4163-54E9-43B2-9B0E-72A18E8DEBE8}" destId="{DD7EB7EF-7BC8-46F7-82D5-42C54166C70C}" srcOrd="0" destOrd="0" presId="urn:microsoft.com/office/officeart/2005/8/layout/hierarchy1"/>
    <dgm:cxn modelId="{C21B4534-6F4A-439B-ABBE-D1C20F81A164}" type="presParOf" srcId="{DD7EB7EF-7BC8-46F7-82D5-42C54166C70C}" destId="{8F3DD772-85EA-460C-ABCF-3E5A1F898483}" srcOrd="0" destOrd="0" presId="urn:microsoft.com/office/officeart/2005/8/layout/hierarchy1"/>
    <dgm:cxn modelId="{474146AC-92AB-445A-B8A0-E39BD587A58A}" type="presParOf" srcId="{DD7EB7EF-7BC8-46F7-82D5-42C54166C70C}" destId="{99506AF7-CA61-4826-B3D7-E28C66617EF3}" srcOrd="1" destOrd="0" presId="urn:microsoft.com/office/officeart/2005/8/layout/hierarchy1"/>
    <dgm:cxn modelId="{FF2083CA-F4AD-40A8-A496-90301D972CE1}" type="presParOf" srcId="{C9DF4163-54E9-43B2-9B0E-72A18E8DEBE8}" destId="{8228925E-C3D0-4035-84EF-72D62EA88E73}" srcOrd="1" destOrd="0" presId="urn:microsoft.com/office/officeart/2005/8/layout/hierarchy1"/>
    <dgm:cxn modelId="{3B0F1029-180C-4CB6-901D-46F9E44D29BB}" type="presParOf" srcId="{8228925E-C3D0-4035-84EF-72D62EA88E73}" destId="{C74D400B-D45E-4FA1-900D-A6F57D0FFF10}" srcOrd="0" destOrd="0" presId="urn:microsoft.com/office/officeart/2005/8/layout/hierarchy1"/>
    <dgm:cxn modelId="{E32FDB7D-1E6E-4666-8728-60312895E8EF}" type="presParOf" srcId="{8228925E-C3D0-4035-84EF-72D62EA88E73}" destId="{10034739-B44D-4E43-8A96-7D9CC4BFDDC2}" srcOrd="1" destOrd="0" presId="urn:microsoft.com/office/officeart/2005/8/layout/hierarchy1"/>
    <dgm:cxn modelId="{59E09405-5A86-4555-BEF2-07A4EAE38E3C}" type="presParOf" srcId="{10034739-B44D-4E43-8A96-7D9CC4BFDDC2}" destId="{ACF88A0B-69E8-43A7-9EA8-C39A5625C6A2}" srcOrd="0" destOrd="0" presId="urn:microsoft.com/office/officeart/2005/8/layout/hierarchy1"/>
    <dgm:cxn modelId="{41DC84B0-0055-44EC-A04C-AC80C9839F1D}" type="presParOf" srcId="{ACF88A0B-69E8-43A7-9EA8-C39A5625C6A2}" destId="{E6668A0F-22C8-4EFF-B269-E7DDECCC4090}" srcOrd="0" destOrd="0" presId="urn:microsoft.com/office/officeart/2005/8/layout/hierarchy1"/>
    <dgm:cxn modelId="{EB062C8D-2078-4356-964E-7EEF0C39B1D1}" type="presParOf" srcId="{ACF88A0B-69E8-43A7-9EA8-C39A5625C6A2}" destId="{79BA4E88-171D-4D76-9301-116243C42C2C}" srcOrd="1" destOrd="0" presId="urn:microsoft.com/office/officeart/2005/8/layout/hierarchy1"/>
    <dgm:cxn modelId="{E89BBAA8-E551-4DB0-ACD3-4BE887BF3C4D}" type="presParOf" srcId="{10034739-B44D-4E43-8A96-7D9CC4BFDDC2}" destId="{F7BAC446-F18B-4ED7-B02C-006D0197836C}" srcOrd="1" destOrd="0" presId="urn:microsoft.com/office/officeart/2005/8/layout/hierarchy1"/>
    <dgm:cxn modelId="{7FB5EBF9-4543-4392-8531-ADE148C15806}" type="presParOf" srcId="{F7BAC446-F18B-4ED7-B02C-006D0197836C}" destId="{FCD8F149-DF6D-4302-811A-4AE1EAE07B2A}" srcOrd="0" destOrd="0" presId="urn:microsoft.com/office/officeart/2005/8/layout/hierarchy1"/>
    <dgm:cxn modelId="{D4A31658-D4B5-439B-BA36-F0671A05941C}" type="presParOf" srcId="{F7BAC446-F18B-4ED7-B02C-006D0197836C}" destId="{203D12AE-6CB7-4BA3-BD8B-DC96E883DFA0}" srcOrd="1" destOrd="0" presId="urn:microsoft.com/office/officeart/2005/8/layout/hierarchy1"/>
    <dgm:cxn modelId="{72458D71-A4D1-4A8E-A27F-53CC8AB94618}" type="presParOf" srcId="{203D12AE-6CB7-4BA3-BD8B-DC96E883DFA0}" destId="{31186B17-1FF4-4097-B111-BBDD3B487FBF}" srcOrd="0" destOrd="0" presId="urn:microsoft.com/office/officeart/2005/8/layout/hierarchy1"/>
    <dgm:cxn modelId="{B8623CE8-8541-4736-B63D-0A13ABE96113}" type="presParOf" srcId="{31186B17-1FF4-4097-B111-BBDD3B487FBF}" destId="{272F6391-27E1-4C76-96D9-E03291B8325B}" srcOrd="0" destOrd="0" presId="urn:microsoft.com/office/officeart/2005/8/layout/hierarchy1"/>
    <dgm:cxn modelId="{6E1F6A42-B978-4C91-97F5-D9150610FFA3}" type="presParOf" srcId="{31186B17-1FF4-4097-B111-BBDD3B487FBF}" destId="{A8E76EDD-4C60-4904-BE94-2163EE4CA5AC}" srcOrd="1" destOrd="0" presId="urn:microsoft.com/office/officeart/2005/8/layout/hierarchy1"/>
    <dgm:cxn modelId="{754EA980-F7A6-4BD1-92F8-66E5033474A0}" type="presParOf" srcId="{203D12AE-6CB7-4BA3-BD8B-DC96E883DFA0}" destId="{F9419282-65CF-4F0F-A04B-A51270D5F718}" srcOrd="1" destOrd="0" presId="urn:microsoft.com/office/officeart/2005/8/layout/hierarchy1"/>
    <dgm:cxn modelId="{177FBDDC-4A5B-4154-AD82-A2063E8E1A9F}" type="presParOf" srcId="{F9419282-65CF-4F0F-A04B-A51270D5F718}" destId="{E3C81DDB-BC2E-40CC-ADC8-133DB0C74C26}" srcOrd="0" destOrd="0" presId="urn:microsoft.com/office/officeart/2005/8/layout/hierarchy1"/>
    <dgm:cxn modelId="{C0E13A90-1456-4465-A373-BB04BA856BA2}" type="presParOf" srcId="{F9419282-65CF-4F0F-A04B-A51270D5F718}" destId="{BF2CBD12-3D83-4D12-9DB9-C0470E84D022}" srcOrd="1" destOrd="0" presId="urn:microsoft.com/office/officeart/2005/8/layout/hierarchy1"/>
    <dgm:cxn modelId="{B243F269-1B0D-4BA4-BAA5-BDBAE1E12FFC}" type="presParOf" srcId="{BF2CBD12-3D83-4D12-9DB9-C0470E84D022}" destId="{D0AFFFB5-37B6-45E3-B61F-FBAB7AF06ABC}" srcOrd="0" destOrd="0" presId="urn:microsoft.com/office/officeart/2005/8/layout/hierarchy1"/>
    <dgm:cxn modelId="{867B53FD-CDAF-43EC-9AE1-F345DB6EA313}" type="presParOf" srcId="{D0AFFFB5-37B6-45E3-B61F-FBAB7AF06ABC}" destId="{666D3FA8-3C94-4E59-8040-2F4089E2A380}" srcOrd="0" destOrd="0" presId="urn:microsoft.com/office/officeart/2005/8/layout/hierarchy1"/>
    <dgm:cxn modelId="{5441E2A4-DBFB-447E-92F4-C0356CEC37EB}" type="presParOf" srcId="{D0AFFFB5-37B6-45E3-B61F-FBAB7AF06ABC}" destId="{3E91B4EC-3F48-481A-92B9-A7AC34850EE3}" srcOrd="1" destOrd="0" presId="urn:microsoft.com/office/officeart/2005/8/layout/hierarchy1"/>
    <dgm:cxn modelId="{D06209FE-CDD9-4027-A01F-331A2C8E81E6}" type="presParOf" srcId="{BF2CBD12-3D83-4D12-9DB9-C0470E84D022}" destId="{3E88D916-6BAF-40C6-855A-BA6470FF07A0}" srcOrd="1" destOrd="0" presId="urn:microsoft.com/office/officeart/2005/8/layout/hierarchy1"/>
    <dgm:cxn modelId="{1FE6B705-58B2-43DD-A34A-02B829C8CEAF}" type="presParOf" srcId="{3E88D916-6BAF-40C6-855A-BA6470FF07A0}" destId="{9E7026E9-B1E8-4F62-A46C-764AA20B844D}" srcOrd="0" destOrd="0" presId="urn:microsoft.com/office/officeart/2005/8/layout/hierarchy1"/>
    <dgm:cxn modelId="{39682180-25DB-46B2-85D4-38B7EBD1CE85}" type="presParOf" srcId="{3E88D916-6BAF-40C6-855A-BA6470FF07A0}" destId="{EBC8151B-4516-43C2-826C-49D1A835DD84}" srcOrd="1" destOrd="0" presId="urn:microsoft.com/office/officeart/2005/8/layout/hierarchy1"/>
    <dgm:cxn modelId="{D16FA662-42CB-4414-B922-30448779E2CB}" type="presParOf" srcId="{EBC8151B-4516-43C2-826C-49D1A835DD84}" destId="{CEFDFD5E-A1AC-4AB9-B62F-2504F5CA9F74}" srcOrd="0" destOrd="0" presId="urn:microsoft.com/office/officeart/2005/8/layout/hierarchy1"/>
    <dgm:cxn modelId="{F6289C27-269C-4748-9439-586AD1E4C843}" type="presParOf" srcId="{CEFDFD5E-A1AC-4AB9-B62F-2504F5CA9F74}" destId="{81FA5E7C-CDDA-4B3A-B8E9-79AA96418AE5}" srcOrd="0" destOrd="0" presId="urn:microsoft.com/office/officeart/2005/8/layout/hierarchy1"/>
    <dgm:cxn modelId="{780407CF-7A5D-49B0-90BD-B7E151B734DF}" type="presParOf" srcId="{CEFDFD5E-A1AC-4AB9-B62F-2504F5CA9F74}" destId="{82184D35-9D04-48FA-B20A-9F9A45345313}" srcOrd="1" destOrd="0" presId="urn:microsoft.com/office/officeart/2005/8/layout/hierarchy1"/>
    <dgm:cxn modelId="{90A9CBCE-6344-4783-9E03-1BD05475797F}" type="presParOf" srcId="{EBC8151B-4516-43C2-826C-49D1A835DD84}" destId="{1598A2F1-6CDC-408B-B55A-6ABBE4B2E0C5}" srcOrd="1" destOrd="0" presId="urn:microsoft.com/office/officeart/2005/8/layout/hierarchy1"/>
    <dgm:cxn modelId="{08AE4E9E-B1CD-418B-A190-F4C24BBE9372}" type="presParOf" srcId="{3E88D916-6BAF-40C6-855A-BA6470FF07A0}" destId="{6D08496A-7DB4-445C-9416-B36E73F7ED4E}" srcOrd="2" destOrd="0" presId="urn:microsoft.com/office/officeart/2005/8/layout/hierarchy1"/>
    <dgm:cxn modelId="{EC04677C-8D88-477E-83A2-8B97D74A69EB}" type="presParOf" srcId="{3E88D916-6BAF-40C6-855A-BA6470FF07A0}" destId="{CDA25C16-0F40-45EF-B3EF-E35B841E372C}" srcOrd="3" destOrd="0" presId="urn:microsoft.com/office/officeart/2005/8/layout/hierarchy1"/>
    <dgm:cxn modelId="{933018CF-6584-4C06-91DE-FADB944D57F5}" type="presParOf" srcId="{CDA25C16-0F40-45EF-B3EF-E35B841E372C}" destId="{286602CD-DE32-4AB0-9CFC-672F20A47B2C}" srcOrd="0" destOrd="0" presId="urn:microsoft.com/office/officeart/2005/8/layout/hierarchy1"/>
    <dgm:cxn modelId="{618461E3-D0D9-486B-BFEF-5DC6F043BBB7}" type="presParOf" srcId="{286602CD-DE32-4AB0-9CFC-672F20A47B2C}" destId="{EA1B94C1-9387-4C56-A78F-10587844F8CB}" srcOrd="0" destOrd="0" presId="urn:microsoft.com/office/officeart/2005/8/layout/hierarchy1"/>
    <dgm:cxn modelId="{BFD5588C-C01F-4C1C-B50D-E3F8D7427D91}" type="presParOf" srcId="{286602CD-DE32-4AB0-9CFC-672F20A47B2C}" destId="{B64D283B-E87E-4DF1-A185-749A9D5726C4}" srcOrd="1" destOrd="0" presId="urn:microsoft.com/office/officeart/2005/8/layout/hierarchy1"/>
    <dgm:cxn modelId="{05A8FA90-2122-4253-96F6-09E0328451BA}" type="presParOf" srcId="{CDA25C16-0F40-45EF-B3EF-E35B841E372C}" destId="{19EFDE06-3F43-4AA4-9E6E-F97A359E6CCF}" srcOrd="1" destOrd="0" presId="urn:microsoft.com/office/officeart/2005/8/layout/hierarchy1"/>
    <dgm:cxn modelId="{81DCC3B3-7DFC-47C0-978A-A2F3F21D0325}" type="presParOf" srcId="{8228925E-C3D0-4035-84EF-72D62EA88E73}" destId="{7E419462-8F5E-47DE-9469-E22B62F6F272}" srcOrd="2" destOrd="0" presId="urn:microsoft.com/office/officeart/2005/8/layout/hierarchy1"/>
    <dgm:cxn modelId="{3EEF1ECF-72C1-425F-8F78-718197B4F699}" type="presParOf" srcId="{8228925E-C3D0-4035-84EF-72D62EA88E73}" destId="{D87FE0E7-E610-46C0-8FB2-724A9CFF9458}" srcOrd="3" destOrd="0" presId="urn:microsoft.com/office/officeart/2005/8/layout/hierarchy1"/>
    <dgm:cxn modelId="{23D475A2-B047-414D-A2F6-E288A29A20A7}" type="presParOf" srcId="{D87FE0E7-E610-46C0-8FB2-724A9CFF9458}" destId="{88673C24-93C1-46CC-9490-91BCE52F49A8}" srcOrd="0" destOrd="0" presId="urn:microsoft.com/office/officeart/2005/8/layout/hierarchy1"/>
    <dgm:cxn modelId="{FF504078-F101-4CCE-B4B2-922D45403695}" type="presParOf" srcId="{88673C24-93C1-46CC-9490-91BCE52F49A8}" destId="{D26360A1-B13D-4348-AC48-8A77F4DF5953}" srcOrd="0" destOrd="0" presId="urn:microsoft.com/office/officeart/2005/8/layout/hierarchy1"/>
    <dgm:cxn modelId="{942FB1C6-15DF-48D0-A9AD-636D5C353A6E}" type="presParOf" srcId="{88673C24-93C1-46CC-9490-91BCE52F49A8}" destId="{87B2EB78-4291-49A0-B7B2-C7FE6D1AD816}" srcOrd="1" destOrd="0" presId="urn:microsoft.com/office/officeart/2005/8/layout/hierarchy1"/>
    <dgm:cxn modelId="{23EFBDB9-F4FE-4EF6-9416-97D83DFB3151}" type="presParOf" srcId="{D87FE0E7-E610-46C0-8FB2-724A9CFF9458}" destId="{5A022948-A921-403D-A973-2426BD3AC326}" srcOrd="1" destOrd="0" presId="urn:microsoft.com/office/officeart/2005/8/layout/hierarchy1"/>
    <dgm:cxn modelId="{88D25D4B-CD78-4040-8F82-9C512434E0D3}" type="presParOf" srcId="{5A022948-A921-403D-A973-2426BD3AC326}" destId="{E89C7F78-0407-40DE-AE76-7A7AA91532F5}" srcOrd="0" destOrd="0" presId="urn:microsoft.com/office/officeart/2005/8/layout/hierarchy1"/>
    <dgm:cxn modelId="{D044CF2C-936B-490C-987C-9DB70C229B32}" type="presParOf" srcId="{5A022948-A921-403D-A973-2426BD3AC326}" destId="{5009EB55-61CD-4EF9-81CF-6803DC3342EE}" srcOrd="1" destOrd="0" presId="urn:microsoft.com/office/officeart/2005/8/layout/hierarchy1"/>
    <dgm:cxn modelId="{29C109B1-9566-4F9A-999A-4EF3D8C1624C}" type="presParOf" srcId="{5009EB55-61CD-4EF9-81CF-6803DC3342EE}" destId="{4CF1E591-BF42-478D-B556-DD743D2E0C3A}" srcOrd="0" destOrd="0" presId="urn:microsoft.com/office/officeart/2005/8/layout/hierarchy1"/>
    <dgm:cxn modelId="{4EE8E5B4-F481-40C2-835E-A00705F7E7F3}" type="presParOf" srcId="{4CF1E591-BF42-478D-B556-DD743D2E0C3A}" destId="{5E1DDA55-F4EA-4F91-B180-49A45138AF93}" srcOrd="0" destOrd="0" presId="urn:microsoft.com/office/officeart/2005/8/layout/hierarchy1"/>
    <dgm:cxn modelId="{15454E4F-D4DC-4E23-98BA-6321CF92FE90}" type="presParOf" srcId="{4CF1E591-BF42-478D-B556-DD743D2E0C3A}" destId="{AB9BA3D9-6075-4D52-84DD-8C48BECFA21C}" srcOrd="1" destOrd="0" presId="urn:microsoft.com/office/officeart/2005/8/layout/hierarchy1"/>
    <dgm:cxn modelId="{AF777592-36A9-490A-8D2F-85CD6E5A8FD9}" type="presParOf" srcId="{5009EB55-61CD-4EF9-81CF-6803DC3342EE}" destId="{3E9C190D-C36E-4511-A710-AE02B920FA8F}" srcOrd="1" destOrd="0" presId="urn:microsoft.com/office/officeart/2005/8/layout/hierarchy1"/>
    <dgm:cxn modelId="{9FD93960-D6A7-4E8A-8D4E-0AE1D1AC3FA6}" type="presParOf" srcId="{8228925E-C3D0-4035-84EF-72D62EA88E73}" destId="{C01BBE39-CACE-4E08-A7D0-15915514B5A8}" srcOrd="4" destOrd="0" presId="urn:microsoft.com/office/officeart/2005/8/layout/hierarchy1"/>
    <dgm:cxn modelId="{AF4A661D-7E97-4796-BFD0-41671B110124}" type="presParOf" srcId="{8228925E-C3D0-4035-84EF-72D62EA88E73}" destId="{E6579D0F-A98F-4D95-BEFD-235B068546B7}" srcOrd="5" destOrd="0" presId="urn:microsoft.com/office/officeart/2005/8/layout/hierarchy1"/>
    <dgm:cxn modelId="{A272C7D1-067B-4E35-92AD-A3BFEB909CD5}" type="presParOf" srcId="{E6579D0F-A98F-4D95-BEFD-235B068546B7}" destId="{F3322E9F-BAA4-4D61-900E-564056399D84}" srcOrd="0" destOrd="0" presId="urn:microsoft.com/office/officeart/2005/8/layout/hierarchy1"/>
    <dgm:cxn modelId="{BACED1B3-40C6-474E-9B21-6F3ECEEFE145}" type="presParOf" srcId="{F3322E9F-BAA4-4D61-900E-564056399D84}" destId="{2D3C620A-DCA0-442E-98A2-C67B494EE2E7}" srcOrd="0" destOrd="0" presId="urn:microsoft.com/office/officeart/2005/8/layout/hierarchy1"/>
    <dgm:cxn modelId="{4D046009-F9D5-4196-96D5-14CBDD656D74}" type="presParOf" srcId="{F3322E9F-BAA4-4D61-900E-564056399D84}" destId="{5ACC87EF-3BE1-43A0-8738-4780416D26D5}" srcOrd="1" destOrd="0" presId="urn:microsoft.com/office/officeart/2005/8/layout/hierarchy1"/>
    <dgm:cxn modelId="{60AD8CD8-792A-4132-974A-26812B26365D}" type="presParOf" srcId="{E6579D0F-A98F-4D95-BEFD-235B068546B7}" destId="{A8BA2359-11D8-48EB-A1B5-7287A1B4D96D}" srcOrd="1" destOrd="0" presId="urn:microsoft.com/office/officeart/2005/8/layout/hierarchy1"/>
    <dgm:cxn modelId="{94E6696F-AF1D-4A05-ABDA-3483090DBD1A}" type="presParOf" srcId="{A8BA2359-11D8-48EB-A1B5-7287A1B4D96D}" destId="{20B8256D-F1FE-4F5D-89ED-F7F3622206C0}" srcOrd="0" destOrd="0" presId="urn:microsoft.com/office/officeart/2005/8/layout/hierarchy1"/>
    <dgm:cxn modelId="{A4EDB4D6-1CF0-4FE3-9CB3-E880537EDA67}" type="presParOf" srcId="{A8BA2359-11D8-48EB-A1B5-7287A1B4D96D}" destId="{7767F081-10BD-4BBD-B000-4D115EBB4D59}" srcOrd="1" destOrd="0" presId="urn:microsoft.com/office/officeart/2005/8/layout/hierarchy1"/>
    <dgm:cxn modelId="{A63717B7-8913-486A-A3E4-FF3D3F0C42B1}" type="presParOf" srcId="{7767F081-10BD-4BBD-B000-4D115EBB4D59}" destId="{30295C5A-AD2D-439F-8DE7-A23C7DDBA0D0}" srcOrd="0" destOrd="0" presId="urn:microsoft.com/office/officeart/2005/8/layout/hierarchy1"/>
    <dgm:cxn modelId="{27E158D2-95E5-46B0-89D6-8C82A5CD23FA}" type="presParOf" srcId="{30295C5A-AD2D-439F-8DE7-A23C7DDBA0D0}" destId="{AAAB9096-FC33-48CA-A664-B59A29C90099}" srcOrd="0" destOrd="0" presId="urn:microsoft.com/office/officeart/2005/8/layout/hierarchy1"/>
    <dgm:cxn modelId="{77E429C6-018D-415A-A292-411DBE8BE001}" type="presParOf" srcId="{30295C5A-AD2D-439F-8DE7-A23C7DDBA0D0}" destId="{22FDDA8A-6ADA-496C-B0C3-A8AFC94F1ED5}" srcOrd="1" destOrd="0" presId="urn:microsoft.com/office/officeart/2005/8/layout/hierarchy1"/>
    <dgm:cxn modelId="{168788D8-7206-4C28-B31E-560644FFB9A5}" type="presParOf" srcId="{7767F081-10BD-4BBD-B000-4D115EBB4D59}" destId="{128F249C-CC16-4BED-9644-885D55706D97}" srcOrd="1" destOrd="0" presId="urn:microsoft.com/office/officeart/2005/8/layout/hierarchy1"/>
    <dgm:cxn modelId="{3E1423B3-5CC8-4F93-95E2-E4196571E14D}" type="presParOf" srcId="{8228925E-C3D0-4035-84EF-72D62EA88E73}" destId="{F3865F8D-3F1B-409C-AF5B-5B3B7E66C036}" srcOrd="6" destOrd="0" presId="urn:microsoft.com/office/officeart/2005/8/layout/hierarchy1"/>
    <dgm:cxn modelId="{1E10A41D-4F38-44BB-B1A7-11F552E8ACF7}" type="presParOf" srcId="{8228925E-C3D0-4035-84EF-72D62EA88E73}" destId="{A1D549BF-9E2E-41B9-8CC2-70D291D51408}" srcOrd="7" destOrd="0" presId="urn:microsoft.com/office/officeart/2005/8/layout/hierarchy1"/>
    <dgm:cxn modelId="{EF810504-D00B-43B7-904E-55CB42A482F0}" type="presParOf" srcId="{A1D549BF-9E2E-41B9-8CC2-70D291D51408}" destId="{C053F754-6C76-4787-8617-3E303266BB6F}" srcOrd="0" destOrd="0" presId="urn:microsoft.com/office/officeart/2005/8/layout/hierarchy1"/>
    <dgm:cxn modelId="{CCFA8F5C-323E-45E6-B6B1-373A78D42171}" type="presParOf" srcId="{C053F754-6C76-4787-8617-3E303266BB6F}" destId="{655EA03F-7023-459C-BFE3-2C5C4797D45D}" srcOrd="0" destOrd="0" presId="urn:microsoft.com/office/officeart/2005/8/layout/hierarchy1"/>
    <dgm:cxn modelId="{2B3E1FFD-221D-43B8-A772-E3B0B3388317}" type="presParOf" srcId="{C053F754-6C76-4787-8617-3E303266BB6F}" destId="{22F02CE7-A2B2-42B6-8191-3F9B18B595A9}" srcOrd="1" destOrd="0" presId="urn:microsoft.com/office/officeart/2005/8/layout/hierarchy1"/>
    <dgm:cxn modelId="{FC5926C0-C703-4640-A81D-404482AE3ABB}" type="presParOf" srcId="{A1D549BF-9E2E-41B9-8CC2-70D291D51408}" destId="{E2094A54-2211-4292-B5EF-B2B124C8BFD6}" srcOrd="1" destOrd="0" presId="urn:microsoft.com/office/officeart/2005/8/layout/hierarchy1"/>
    <dgm:cxn modelId="{C1E23812-D3C3-47F9-9A47-165B476135FB}" type="presParOf" srcId="{E2094A54-2211-4292-B5EF-B2B124C8BFD6}" destId="{D2E7ACAC-DDB7-4C51-98CE-3E71FC744ADD}" srcOrd="0" destOrd="0" presId="urn:microsoft.com/office/officeart/2005/8/layout/hierarchy1"/>
    <dgm:cxn modelId="{338EDC7C-9964-4DD4-A9BB-284468C1B5FA}" type="presParOf" srcId="{E2094A54-2211-4292-B5EF-B2B124C8BFD6}" destId="{8DE995CB-F7AF-4CAC-BB19-C9EF28000DE6}" srcOrd="1" destOrd="0" presId="urn:microsoft.com/office/officeart/2005/8/layout/hierarchy1"/>
    <dgm:cxn modelId="{A97F693B-B96F-4A0E-B083-AAF28C7D701A}" type="presParOf" srcId="{8DE995CB-F7AF-4CAC-BB19-C9EF28000DE6}" destId="{CA1D366E-773D-48D8-8BFF-DB745D3C8340}" srcOrd="0" destOrd="0" presId="urn:microsoft.com/office/officeart/2005/8/layout/hierarchy1"/>
    <dgm:cxn modelId="{23C41770-6519-4CA7-BAA3-E84C1564EC78}" type="presParOf" srcId="{CA1D366E-773D-48D8-8BFF-DB745D3C8340}" destId="{893F70D0-8CD1-4569-A5F9-F262289C1D31}" srcOrd="0" destOrd="0" presId="urn:microsoft.com/office/officeart/2005/8/layout/hierarchy1"/>
    <dgm:cxn modelId="{4D02F669-27D4-4260-8E65-4BAE6EF99E8F}" type="presParOf" srcId="{CA1D366E-773D-48D8-8BFF-DB745D3C8340}" destId="{FA874992-39B7-4353-B062-E4CF42651BF7}" srcOrd="1" destOrd="0" presId="urn:microsoft.com/office/officeart/2005/8/layout/hierarchy1"/>
    <dgm:cxn modelId="{8CA290FF-7558-4862-9689-C0D26C1F640B}" type="presParOf" srcId="{8DE995CB-F7AF-4CAC-BB19-C9EF28000DE6}" destId="{E85AF41E-FBE9-4C3D-8B97-DD530E5AA299}" srcOrd="1" destOrd="0" presId="urn:microsoft.com/office/officeart/2005/8/layout/hierarchy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943225" y="3124263"/>
            <a:ext cx="3105301" cy="785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087" y="4805997"/>
            <a:ext cx="8505824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BB8A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BB8A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BB8A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BB8A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1954" y="159130"/>
            <a:ext cx="5800090" cy="563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BB8A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6259" y="1219200"/>
            <a:ext cx="8031480" cy="196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9/15/2018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981200"/>
            <a:ext cx="7696200" cy="923330"/>
          </a:xfrm>
        </p:spPr>
        <p:txBody>
          <a:bodyPr/>
          <a:lstStyle/>
          <a:p>
            <a:r>
              <a:rPr lang="en-US" sz="600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Cast</a:t>
            </a:r>
            <a:r>
              <a:rPr lang="en-US" sz="600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600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</a:t>
            </a:r>
            <a:endParaRPr lang="en-US" sz="60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04800" y="3810000"/>
            <a:ext cx="944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002060"/>
                </a:solidFill>
              </a:rPr>
              <a:t>Manufacturers of all types of GDC, PDC &amp; machining component 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0124" y="159130"/>
            <a:ext cx="4900676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53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ABO</a:t>
            </a:r>
            <a:r>
              <a:rPr lang="en-US" sz="3200" b="1" spc="-53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UT US</a:t>
            </a:r>
            <a:endParaRPr sz="3200" b="1" spc="-409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8001000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 smtClean="0">
                <a:solidFill>
                  <a:srgbClr val="602E04"/>
                </a:solidFill>
              </a:rPr>
              <a:t>Cast O </a:t>
            </a:r>
            <a:r>
              <a:rPr lang="en-US" sz="2000" dirty="0" err="1" smtClean="0">
                <a:solidFill>
                  <a:srgbClr val="602E04"/>
                </a:solidFill>
              </a:rPr>
              <a:t>mech</a:t>
            </a:r>
            <a:r>
              <a:rPr lang="en-US" sz="2000" dirty="0" smtClean="0">
                <a:solidFill>
                  <a:srgbClr val="602E04"/>
                </a:solidFill>
              </a:rPr>
              <a:t> is in the </a:t>
            </a:r>
            <a:r>
              <a:rPr lang="en-US" sz="2000" dirty="0" smtClean="0">
                <a:solidFill>
                  <a:srgbClr val="602E04"/>
                </a:solidFill>
              </a:rPr>
              <a:t>field of aluminum </a:t>
            </a:r>
            <a:r>
              <a:rPr lang="en-US" sz="2000" dirty="0" smtClean="0">
                <a:solidFill>
                  <a:srgbClr val="602E04"/>
                </a:solidFill>
              </a:rPr>
              <a:t>casting  used in verity of sector like auto, </a:t>
            </a:r>
            <a:r>
              <a:rPr lang="en-US" sz="2000" dirty="0" err="1" smtClean="0">
                <a:solidFill>
                  <a:srgbClr val="602E04"/>
                </a:solidFill>
              </a:rPr>
              <a:t>power,Valve</a:t>
            </a:r>
            <a:r>
              <a:rPr lang="en-US" sz="2000" dirty="0" smtClean="0">
                <a:solidFill>
                  <a:srgbClr val="602E04"/>
                </a:solidFill>
              </a:rPr>
              <a:t>, textile and many more..</a:t>
            </a:r>
            <a:endParaRPr lang="en-US" sz="2000" dirty="0">
              <a:solidFill>
                <a:srgbClr val="602E0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124200"/>
            <a:ext cx="7924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602E04"/>
                </a:solidFill>
              </a:rPr>
              <a:t>Our castings components will be use  in many different Engineering and Industrial machinery applications throughout  India. We deliver lightweight, high-strength aluminum castings that can be supplied "ready-for-integration" and enable significant cost  savings and many  other benefits to the customer</a:t>
            </a:r>
            <a:r>
              <a:rPr lang="en-US" sz="1600" dirty="0" smtClean="0">
                <a:solidFill>
                  <a:srgbClr val="602E04"/>
                </a:solidFill>
              </a:rPr>
              <a:t>.</a:t>
            </a:r>
            <a:endParaRPr lang="en-US" sz="1600" dirty="0">
              <a:solidFill>
                <a:srgbClr val="602E04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52400"/>
            <a:ext cx="4519296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b="1" spc="-395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Vision</a:t>
            </a:r>
            <a:endParaRPr sz="3200" b="1" spc="-395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838200"/>
            <a:ext cx="8839200" cy="4495333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93980">
              <a:lnSpc>
                <a:spcPct val="99300"/>
              </a:lnSpc>
              <a:spcBef>
                <a:spcPts val="145"/>
              </a:spcBef>
            </a:pPr>
            <a:endParaRPr lang="en-US" sz="2300" spc="-195" dirty="0" smtClean="0">
              <a:solidFill>
                <a:srgbClr val="531C00"/>
              </a:solidFill>
              <a:latin typeface="Arial"/>
              <a:cs typeface="Arial"/>
            </a:endParaRPr>
          </a:p>
          <a:p>
            <a:pPr marL="12700" marR="93980">
              <a:lnSpc>
                <a:spcPct val="99300"/>
              </a:lnSpc>
              <a:spcBef>
                <a:spcPts val="145"/>
              </a:spcBef>
            </a:pPr>
            <a:r>
              <a:rPr lang="en-US" sz="2000" spc="-195" dirty="0">
                <a:solidFill>
                  <a:srgbClr val="531C00"/>
                </a:solidFill>
                <a:cs typeface="Arial"/>
              </a:rPr>
              <a:t> </a:t>
            </a:r>
            <a:r>
              <a:rPr lang="en-US" sz="2000" spc="-195" dirty="0" smtClean="0">
                <a:solidFill>
                  <a:srgbClr val="531C00"/>
                </a:solidFill>
                <a:cs typeface="Arial"/>
              </a:rPr>
              <a:t> </a:t>
            </a:r>
            <a:r>
              <a:rPr sz="2000" spc="-195" smtClean="0">
                <a:solidFill>
                  <a:srgbClr val="531C00"/>
                </a:solidFill>
                <a:cs typeface="Arial"/>
              </a:rPr>
              <a:t>Our </a:t>
            </a:r>
            <a:r>
              <a:rPr sz="2000" spc="-120" dirty="0">
                <a:solidFill>
                  <a:srgbClr val="531C00"/>
                </a:solidFill>
                <a:cs typeface="Arial"/>
              </a:rPr>
              <a:t>Vision </a:t>
            </a:r>
            <a:r>
              <a:rPr sz="2000" spc="-65" dirty="0">
                <a:solidFill>
                  <a:srgbClr val="531C00"/>
                </a:solidFill>
                <a:cs typeface="Arial"/>
              </a:rPr>
              <a:t>is </a:t>
            </a:r>
            <a:r>
              <a:rPr sz="2000" spc="-25" dirty="0">
                <a:solidFill>
                  <a:srgbClr val="531C00"/>
                </a:solidFill>
                <a:cs typeface="Arial"/>
              </a:rPr>
              <a:t>to </a:t>
            </a:r>
            <a:r>
              <a:rPr sz="2000" spc="-95" dirty="0">
                <a:solidFill>
                  <a:srgbClr val="531C00"/>
                </a:solidFill>
                <a:cs typeface="Arial"/>
              </a:rPr>
              <a:t>be </a:t>
            </a:r>
            <a:r>
              <a:rPr sz="2000" spc="-90" dirty="0">
                <a:solidFill>
                  <a:srgbClr val="531C00"/>
                </a:solidFill>
                <a:cs typeface="Arial"/>
              </a:rPr>
              <a:t>recognized </a:t>
            </a:r>
            <a:r>
              <a:rPr sz="2000" spc="-75" dirty="0">
                <a:solidFill>
                  <a:srgbClr val="531C00"/>
                </a:solidFill>
                <a:cs typeface="Arial"/>
              </a:rPr>
              <a:t>as </a:t>
            </a:r>
            <a:r>
              <a:rPr sz="2000" spc="-50">
                <a:solidFill>
                  <a:srgbClr val="531C00"/>
                </a:solidFill>
                <a:cs typeface="Arial"/>
              </a:rPr>
              <a:t>the </a:t>
            </a:r>
            <a:r>
              <a:rPr sz="2000" spc="-95" smtClean="0">
                <a:solidFill>
                  <a:srgbClr val="531C00"/>
                </a:solidFill>
                <a:cs typeface="Arial"/>
              </a:rPr>
              <a:t>best-</a:t>
            </a:r>
            <a:r>
              <a:rPr lang="en-US" sz="2000" spc="-95" dirty="0" smtClean="0">
                <a:solidFill>
                  <a:srgbClr val="531C00"/>
                </a:solidFill>
                <a:cs typeface="Arial"/>
              </a:rPr>
              <a:t>   </a:t>
            </a:r>
            <a:r>
              <a:rPr sz="2000" spc="-95" smtClean="0">
                <a:solidFill>
                  <a:srgbClr val="531C00"/>
                </a:solidFill>
                <a:cs typeface="Arial"/>
              </a:rPr>
              <a:t>in-class </a:t>
            </a:r>
            <a:r>
              <a:rPr sz="2000" spc="-75" dirty="0">
                <a:solidFill>
                  <a:srgbClr val="531C00"/>
                </a:solidFill>
                <a:cs typeface="Arial"/>
              </a:rPr>
              <a:t>organization  </a:t>
            </a:r>
            <a:r>
              <a:rPr sz="2000" spc="-15" dirty="0">
                <a:solidFill>
                  <a:srgbClr val="531C00"/>
                </a:solidFill>
                <a:cs typeface="Arial"/>
              </a:rPr>
              <a:t>by </a:t>
            </a:r>
            <a:r>
              <a:rPr sz="2000" spc="-75" dirty="0">
                <a:solidFill>
                  <a:srgbClr val="531C00"/>
                </a:solidFill>
                <a:cs typeface="Arial"/>
              </a:rPr>
              <a:t>our </a:t>
            </a:r>
            <a:r>
              <a:rPr sz="2000" spc="-105" dirty="0">
                <a:solidFill>
                  <a:srgbClr val="531C00"/>
                </a:solidFill>
                <a:cs typeface="Arial"/>
              </a:rPr>
              <a:t>customers </a:t>
            </a:r>
            <a:r>
              <a:rPr sz="2000" spc="-135" dirty="0">
                <a:solidFill>
                  <a:srgbClr val="531C00"/>
                </a:solidFill>
                <a:cs typeface="Arial"/>
              </a:rPr>
              <a:t>&amp; </a:t>
            </a:r>
            <a:r>
              <a:rPr sz="2000" spc="-100" dirty="0">
                <a:solidFill>
                  <a:srgbClr val="531C00"/>
                </a:solidFill>
                <a:cs typeface="Arial"/>
              </a:rPr>
              <a:t>market </a:t>
            </a:r>
            <a:r>
              <a:rPr sz="2000" spc="-110" dirty="0">
                <a:solidFill>
                  <a:srgbClr val="531C00"/>
                </a:solidFill>
                <a:cs typeface="Arial"/>
              </a:rPr>
              <a:t>segment </a:t>
            </a:r>
            <a:r>
              <a:rPr sz="2000" spc="-80" dirty="0">
                <a:solidFill>
                  <a:srgbClr val="531C00"/>
                </a:solidFill>
                <a:cs typeface="Arial"/>
              </a:rPr>
              <a:t>while </a:t>
            </a:r>
            <a:r>
              <a:rPr sz="2000" spc="-100" dirty="0">
                <a:solidFill>
                  <a:srgbClr val="531C00"/>
                </a:solidFill>
                <a:cs typeface="Arial"/>
              </a:rPr>
              <a:t>ensuring </a:t>
            </a:r>
            <a:r>
              <a:rPr sz="2000" spc="-85" dirty="0">
                <a:solidFill>
                  <a:srgbClr val="531C00"/>
                </a:solidFill>
                <a:cs typeface="Arial"/>
              </a:rPr>
              <a:t>superior  </a:t>
            </a:r>
            <a:r>
              <a:rPr sz="2000" spc="-100" dirty="0">
                <a:solidFill>
                  <a:srgbClr val="531C00"/>
                </a:solidFill>
                <a:cs typeface="Arial"/>
              </a:rPr>
              <a:t>earnings </a:t>
            </a:r>
            <a:r>
              <a:rPr sz="2000" spc="-35" dirty="0">
                <a:solidFill>
                  <a:srgbClr val="531C00"/>
                </a:solidFill>
                <a:cs typeface="Arial"/>
              </a:rPr>
              <a:t>for </a:t>
            </a:r>
            <a:r>
              <a:rPr sz="2000" spc="-95" dirty="0">
                <a:solidFill>
                  <a:srgbClr val="531C00"/>
                </a:solidFill>
                <a:cs typeface="Arial"/>
              </a:rPr>
              <a:t>re-investment in </a:t>
            </a:r>
            <a:r>
              <a:rPr sz="2000" spc="-65" dirty="0">
                <a:solidFill>
                  <a:srgbClr val="531C00"/>
                </a:solidFill>
                <a:cs typeface="Arial"/>
              </a:rPr>
              <a:t>growth </a:t>
            </a:r>
            <a:r>
              <a:rPr sz="2000" spc="-10" dirty="0">
                <a:solidFill>
                  <a:srgbClr val="531C00"/>
                </a:solidFill>
                <a:cs typeface="Arial"/>
              </a:rPr>
              <a:t>of </a:t>
            </a:r>
            <a:r>
              <a:rPr sz="2000" spc="-50" dirty="0">
                <a:solidFill>
                  <a:srgbClr val="531C00"/>
                </a:solidFill>
                <a:cs typeface="Arial"/>
              </a:rPr>
              <a:t>the</a:t>
            </a:r>
            <a:r>
              <a:rPr sz="2000" spc="375" dirty="0">
                <a:solidFill>
                  <a:srgbClr val="531C00"/>
                </a:solidFill>
                <a:cs typeface="Arial"/>
              </a:rPr>
              <a:t> </a:t>
            </a:r>
            <a:r>
              <a:rPr sz="2000" spc="-95" dirty="0">
                <a:solidFill>
                  <a:srgbClr val="531C00"/>
                </a:solidFill>
                <a:cs typeface="Arial"/>
              </a:rPr>
              <a:t>organization.</a:t>
            </a:r>
            <a:endParaRPr sz="2000">
              <a:cs typeface="Arial"/>
            </a:endParaRPr>
          </a:p>
          <a:p>
            <a:pPr marL="12700" marR="177165">
              <a:lnSpc>
                <a:spcPct val="99300"/>
              </a:lnSpc>
              <a:spcBef>
                <a:spcPts val="640"/>
              </a:spcBef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642620">
              <a:lnSpc>
                <a:spcPct val="100000"/>
              </a:lnSpc>
            </a:pPr>
            <a:r>
              <a:rPr lang="en-US" sz="3200" b="1" spc="-31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Mission</a:t>
            </a:r>
          </a:p>
          <a:p>
            <a:pPr marL="642620">
              <a:lnSpc>
                <a:spcPct val="100000"/>
              </a:lnSpc>
            </a:pPr>
            <a:endParaRPr sz="320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50800" marR="5080">
              <a:lnSpc>
                <a:spcPct val="100000"/>
              </a:lnSpc>
              <a:spcBef>
                <a:spcPts val="1940"/>
              </a:spcBef>
              <a:tabLst>
                <a:tab pos="1831975" algn="l"/>
              </a:tabLst>
            </a:pPr>
            <a:r>
              <a:rPr lang="en-US" sz="2000" dirty="0" smtClean="0">
                <a:solidFill>
                  <a:srgbClr val="602E04"/>
                </a:solidFill>
              </a:rPr>
              <a:t> To achieve customer satisfaction at utmost level by providing them first class products that create recognition of the organization in global market</a:t>
            </a:r>
            <a:r>
              <a:rPr lang="en-US" sz="2000" dirty="0" smtClean="0"/>
              <a:t>.</a:t>
            </a:r>
            <a:endParaRPr sz="2000">
              <a:cs typeface="Arial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81000"/>
            <a:ext cx="7596252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520" smtClean="0">
                <a:solidFill>
                  <a:srgbClr val="002060"/>
                </a:solidFill>
                <a:latin typeface="+mj-lt"/>
                <a:cs typeface="Arial" pitchFamily="34" charset="0"/>
              </a:rPr>
              <a:t>ORGANIZATI</a:t>
            </a:r>
            <a:r>
              <a:rPr lang="en-US" sz="3200" b="1" spc="-52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ON CHART</a:t>
            </a:r>
            <a:endParaRPr sz="3200" b="1" spc="-509" dirty="0">
              <a:solidFill>
                <a:srgbClr val="002060"/>
              </a:solidFill>
              <a:latin typeface="+mj-lt"/>
              <a:cs typeface="Arial" pitchFamily="34" charset="0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0" y="1143000"/>
          <a:ext cx="89916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95250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b="1" spc="-390" dirty="0" smtClean="0">
                <a:solidFill>
                  <a:srgbClr val="002060"/>
                </a:solidFill>
                <a:latin typeface="+mj-lt"/>
                <a:cs typeface="Arial"/>
              </a:rPr>
              <a:t>MANUFACTURING FACILITIES</a:t>
            </a:r>
            <a:endParaRPr sz="3200" b="1" spc="-390" dirty="0">
              <a:solidFill>
                <a:srgbClr val="002060"/>
              </a:solidFill>
              <a:latin typeface="+mj-lt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295400"/>
            <a:ext cx="5812790" cy="24025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763270" indent="-269875">
              <a:lnSpc>
                <a:spcPts val="2630"/>
              </a:lnSpc>
              <a:spcBef>
                <a:spcPts val="120"/>
              </a:spcBef>
              <a:buAutoNum type="arabicPeriod"/>
              <a:tabLst>
                <a:tab pos="269875" algn="l"/>
              </a:tabLst>
            </a:pPr>
            <a:r>
              <a:rPr lang="en-US" sz="2000" dirty="0" smtClean="0">
                <a:solidFill>
                  <a:srgbClr val="531C00"/>
                </a:solidFill>
                <a:cs typeface="Arial" pitchFamily="34" charset="0"/>
              </a:rPr>
              <a:t>PDC( pressure die casting)</a:t>
            </a:r>
          </a:p>
          <a:p>
            <a:pPr marL="269875" marR="763270" indent="-269875">
              <a:lnSpc>
                <a:spcPts val="2630"/>
              </a:lnSpc>
              <a:spcBef>
                <a:spcPts val="120"/>
              </a:spcBef>
              <a:buAutoNum type="arabicPeriod"/>
              <a:tabLst>
                <a:tab pos="269875" algn="l"/>
              </a:tabLst>
            </a:pPr>
            <a:r>
              <a:rPr lang="en-US" sz="2000" dirty="0" smtClean="0">
                <a:solidFill>
                  <a:srgbClr val="531C00"/>
                </a:solidFill>
                <a:cs typeface="Arial" pitchFamily="34" charset="0"/>
              </a:rPr>
              <a:t>GDC( gravity die casting) </a:t>
            </a:r>
          </a:p>
          <a:p>
            <a:pPr marL="269875" marR="763270" indent="-269875">
              <a:lnSpc>
                <a:spcPts val="2630"/>
              </a:lnSpc>
              <a:spcBef>
                <a:spcPts val="120"/>
              </a:spcBef>
              <a:buAutoNum type="arabicPeriod"/>
              <a:tabLst>
                <a:tab pos="269875" algn="l"/>
              </a:tabLst>
            </a:pPr>
            <a:r>
              <a:rPr lang="en-US" sz="2000" dirty="0" smtClean="0">
                <a:solidFill>
                  <a:srgbClr val="531C00"/>
                </a:solidFill>
                <a:cs typeface="Arial" pitchFamily="34" charset="0"/>
              </a:rPr>
              <a:t>VMC ( vertical milling machine)</a:t>
            </a:r>
            <a:endParaRPr sz="2000">
              <a:cs typeface="Arial" pitchFamily="34" charset="0"/>
            </a:endParaRPr>
          </a:p>
          <a:p>
            <a:pPr marL="260350" marR="2386330" indent="-260350">
              <a:lnSpc>
                <a:spcPts val="2630"/>
              </a:lnSpc>
              <a:spcBef>
                <a:spcPts val="75"/>
              </a:spcBef>
              <a:buAutoNum type="arabicPeriod"/>
              <a:tabLst>
                <a:tab pos="260350" algn="l"/>
              </a:tabLst>
            </a:pPr>
            <a:r>
              <a:rPr lang="en-US" sz="2000" dirty="0" smtClean="0">
                <a:solidFill>
                  <a:srgbClr val="531C00"/>
                </a:solidFill>
                <a:cs typeface="Arial" pitchFamily="34" charset="0"/>
              </a:rPr>
              <a:t>Welding &amp; </a:t>
            </a:r>
            <a:r>
              <a:rPr lang="en-US" sz="2000" dirty="0" err="1" smtClean="0">
                <a:solidFill>
                  <a:srgbClr val="531C00"/>
                </a:solidFill>
                <a:cs typeface="Arial" pitchFamily="34" charset="0"/>
              </a:rPr>
              <a:t>linishing</a:t>
            </a:r>
            <a:endParaRPr lang="en-US" sz="2000" dirty="0" smtClean="0">
              <a:solidFill>
                <a:srgbClr val="531C00"/>
              </a:solidFill>
              <a:cs typeface="Arial" pitchFamily="34" charset="0"/>
            </a:endParaRPr>
          </a:p>
          <a:p>
            <a:pPr marL="222250" marR="800735" indent="-222250">
              <a:lnSpc>
                <a:spcPct val="109600"/>
              </a:lnSpc>
              <a:spcBef>
                <a:spcPts val="95"/>
              </a:spcBef>
              <a:tabLst>
                <a:tab pos="222250" algn="l"/>
              </a:tabLst>
            </a:pPr>
            <a:endParaRPr lang="en-US" sz="2000" dirty="0">
              <a:cs typeface="Arial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693" y="4824486"/>
            <a:ext cx="1462935" cy="19573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3709988"/>
            <a:ext cx="1439131" cy="1090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IMG20180904093649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8800" y="3886200"/>
            <a:ext cx="3251200" cy="2438400"/>
          </a:xfrm>
          <a:prstGeom prst="rect">
            <a:avLst/>
          </a:prstGeom>
        </p:spPr>
      </p:pic>
      <p:pic>
        <p:nvPicPr>
          <p:cNvPr id="13" name="Picture 12" descr="IMG20180904094200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09800" y="3962400"/>
            <a:ext cx="3149600" cy="2362200"/>
          </a:xfrm>
          <a:prstGeom prst="rect">
            <a:avLst/>
          </a:prstGeom>
        </p:spPr>
      </p:pic>
      <p:pic>
        <p:nvPicPr>
          <p:cNvPr id="9" name="Picture 8" descr="IMG20180910133458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10200" y="914400"/>
            <a:ext cx="3454400" cy="2590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10287000" cy="492443"/>
          </a:xfrm>
        </p:spPr>
        <p:txBody>
          <a:bodyPr/>
          <a:lstStyle/>
          <a:p>
            <a:r>
              <a:rPr lang="en-US" sz="32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Aluminium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Pressure die casting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3400" y="1066800"/>
            <a:ext cx="4625339" cy="5232202"/>
          </a:xfrm>
        </p:spPr>
        <p:txBody>
          <a:bodyPr/>
          <a:lstStyle/>
          <a:p>
            <a:r>
              <a:rPr lang="en-US" sz="2000" dirty="0" smtClean="0">
                <a:solidFill>
                  <a:srgbClr val="602E04"/>
                </a:solidFill>
              </a:rPr>
              <a:t>Aluminum Pressure die casting is defeated high volume run parts with more slender divider thicknesses. Die casting is a metal forcing so as to throw process that is described liquid metal under high pressure into a mold cavity. The mold cavity is made utilizing two solidified device steel dies which have been machined into shape and work comparatively to an infusion mold amid the procedure .</a:t>
            </a:r>
            <a:endParaRPr lang="en-US" sz="2000" dirty="0">
              <a:solidFill>
                <a:srgbClr val="602E04"/>
              </a:solidFill>
            </a:endParaRPr>
          </a:p>
        </p:txBody>
      </p:sp>
      <p:pic>
        <p:nvPicPr>
          <p:cNvPr id="4" name="Picture 3" descr="IMG2018091013345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676400"/>
            <a:ext cx="3810000" cy="3352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134600" cy="492443"/>
          </a:xfrm>
        </p:spPr>
        <p:txBody>
          <a:bodyPr/>
          <a:lstStyle/>
          <a:p>
            <a:r>
              <a:rPr lang="en-US" sz="3200" b="1" dirty="0" err="1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Aluminium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 Gravity die casting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8200" y="1524000"/>
            <a:ext cx="4015739" cy="4001095"/>
          </a:xfrm>
        </p:spPr>
        <p:txBody>
          <a:bodyPr/>
          <a:lstStyle/>
          <a:p>
            <a:r>
              <a:rPr lang="en-US" sz="2000" dirty="0" smtClean="0">
                <a:solidFill>
                  <a:srgbClr val="602E04"/>
                </a:solidFill>
              </a:rPr>
              <a:t>Aluminum Gravity Die Casting is a repeatable throwing process utilized for non-ferrous combination parts, a permanent  mould casting </a:t>
            </a:r>
            <a:r>
              <a:rPr lang="en-US" sz="2000" dirty="0" err="1" smtClean="0">
                <a:solidFill>
                  <a:srgbClr val="602E04"/>
                </a:solidFill>
              </a:rPr>
              <a:t>method,where</a:t>
            </a:r>
            <a:r>
              <a:rPr lang="en-US" sz="2000" dirty="0" smtClean="0">
                <a:solidFill>
                  <a:srgbClr val="602E04"/>
                </a:solidFill>
              </a:rPr>
              <a:t> the melted metal is poured from a furnace to the mould, and also the cavity fills with no force aside from  gravity.</a:t>
            </a:r>
            <a:endParaRPr lang="en-US" sz="2000" dirty="0">
              <a:solidFill>
                <a:srgbClr val="602E04"/>
              </a:solidFill>
            </a:endParaRPr>
          </a:p>
        </p:txBody>
      </p:sp>
      <p:pic>
        <p:nvPicPr>
          <p:cNvPr id="4" name="Picture 3" descr="IMG2018090409364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752600"/>
            <a:ext cx="3962400" cy="2971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6729096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330" dirty="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Welding </a:t>
            </a:r>
            <a:r>
              <a:rPr sz="3200" b="1" spc="-405" dirty="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&amp;</a:t>
            </a:r>
            <a:r>
              <a:rPr sz="3200" b="1" spc="-20" dirty="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 </a:t>
            </a:r>
            <a:r>
              <a:rPr sz="3200" b="1" spc="-310" dirty="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Finishing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524000"/>
            <a:ext cx="5231765" cy="2202526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750" u="sng" spc="-175" dirty="0">
                <a:solidFill>
                  <a:schemeClr val="tx2">
                    <a:lumMod val="75000"/>
                  </a:schemeClr>
                </a:solidFill>
                <a:cs typeface="Arial"/>
              </a:rPr>
              <a:t>Co</a:t>
            </a:r>
            <a:r>
              <a:rPr sz="2000" u="sng" spc="-175" dirty="0">
                <a:solidFill>
                  <a:schemeClr val="tx2">
                    <a:lumMod val="75000"/>
                  </a:schemeClr>
                </a:solidFill>
                <a:cs typeface="Arial"/>
              </a:rPr>
              <a:t>2 </a:t>
            </a:r>
            <a:r>
              <a:rPr sz="2750" u="sng" spc="-275">
                <a:solidFill>
                  <a:schemeClr val="tx2">
                    <a:lumMod val="75000"/>
                  </a:schemeClr>
                </a:solidFill>
                <a:cs typeface="Arial"/>
              </a:rPr>
              <a:t>MIG</a:t>
            </a:r>
            <a:r>
              <a:rPr sz="2750" u="sng" spc="15">
                <a:solidFill>
                  <a:schemeClr val="tx2">
                    <a:lumMod val="75000"/>
                  </a:schemeClr>
                </a:solidFill>
                <a:cs typeface="Arial"/>
              </a:rPr>
              <a:t> </a:t>
            </a:r>
            <a:r>
              <a:rPr sz="2750" u="sng" spc="-145" smtClean="0">
                <a:solidFill>
                  <a:schemeClr val="tx2">
                    <a:lumMod val="75000"/>
                  </a:schemeClr>
                </a:solidFill>
                <a:cs typeface="Arial"/>
              </a:rPr>
              <a:t>Welding</a:t>
            </a:r>
            <a:endParaRPr sz="2750" u="sng">
              <a:solidFill>
                <a:schemeClr val="tx2">
                  <a:lumMod val="75000"/>
                </a:schemeClr>
              </a:solidFill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spc="-114" dirty="0">
                <a:solidFill>
                  <a:srgbClr val="531C00"/>
                </a:solidFill>
                <a:cs typeface="Arial"/>
              </a:rPr>
              <a:t>Huge </a:t>
            </a:r>
            <a:r>
              <a:rPr sz="2000" spc="-85" dirty="0">
                <a:solidFill>
                  <a:srgbClr val="531C00"/>
                </a:solidFill>
                <a:cs typeface="Arial"/>
              </a:rPr>
              <a:t>Capacity </a:t>
            </a:r>
            <a:r>
              <a:rPr sz="2000" spc="-10" dirty="0">
                <a:solidFill>
                  <a:srgbClr val="531C00"/>
                </a:solidFill>
                <a:cs typeface="Arial"/>
              </a:rPr>
              <a:t>of </a:t>
            </a:r>
            <a:r>
              <a:rPr sz="2000" spc="-114" dirty="0">
                <a:solidFill>
                  <a:srgbClr val="531C00"/>
                </a:solidFill>
                <a:cs typeface="Arial"/>
              </a:rPr>
              <a:t>Welding </a:t>
            </a:r>
            <a:r>
              <a:rPr sz="2000" spc="-50" dirty="0">
                <a:solidFill>
                  <a:srgbClr val="531C00"/>
                </a:solidFill>
                <a:cs typeface="Arial"/>
              </a:rPr>
              <a:t>with </a:t>
            </a:r>
            <a:r>
              <a:rPr sz="2000" spc="70" dirty="0">
                <a:solidFill>
                  <a:srgbClr val="531C00"/>
                </a:solidFill>
                <a:cs typeface="Arial"/>
              </a:rPr>
              <a:t>6 </a:t>
            </a:r>
            <a:r>
              <a:rPr sz="2000" spc="-114" dirty="0">
                <a:solidFill>
                  <a:srgbClr val="531C00"/>
                </a:solidFill>
                <a:cs typeface="Arial"/>
              </a:rPr>
              <a:t>Welding</a:t>
            </a:r>
            <a:r>
              <a:rPr sz="2000" spc="-180" dirty="0">
                <a:solidFill>
                  <a:srgbClr val="531C00"/>
                </a:solidFill>
                <a:cs typeface="Arial"/>
              </a:rPr>
              <a:t> </a:t>
            </a:r>
            <a:r>
              <a:rPr sz="2000" spc="-45" dirty="0">
                <a:solidFill>
                  <a:srgbClr val="531C00"/>
                </a:solidFill>
                <a:cs typeface="Arial"/>
              </a:rPr>
              <a:t>stations</a:t>
            </a:r>
            <a:endParaRPr sz="2000"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50" u="sng" spc="-145" dirty="0">
                <a:solidFill>
                  <a:schemeClr val="tx2">
                    <a:lumMod val="75000"/>
                  </a:schemeClr>
                </a:solidFill>
                <a:cs typeface="Arial"/>
              </a:rPr>
              <a:t>Sander </a:t>
            </a:r>
            <a:r>
              <a:rPr sz="2750" u="sng" spc="-165" dirty="0">
                <a:solidFill>
                  <a:schemeClr val="tx2">
                    <a:lumMod val="75000"/>
                  </a:schemeClr>
                </a:solidFill>
                <a:cs typeface="Arial"/>
              </a:rPr>
              <a:t>&amp;</a:t>
            </a:r>
            <a:r>
              <a:rPr sz="2750" u="sng" spc="204" dirty="0">
                <a:solidFill>
                  <a:schemeClr val="tx2">
                    <a:lumMod val="75000"/>
                  </a:schemeClr>
                </a:solidFill>
                <a:cs typeface="Arial"/>
              </a:rPr>
              <a:t> </a:t>
            </a:r>
            <a:r>
              <a:rPr sz="2750" u="sng" spc="-155" dirty="0">
                <a:solidFill>
                  <a:schemeClr val="tx2">
                    <a:lumMod val="75000"/>
                  </a:schemeClr>
                </a:solidFill>
                <a:cs typeface="Arial"/>
              </a:rPr>
              <a:t>Grinder</a:t>
            </a:r>
            <a:endParaRPr sz="2750" u="sng">
              <a:solidFill>
                <a:schemeClr val="tx2">
                  <a:lumMod val="75000"/>
                </a:schemeClr>
              </a:solidFill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spc="-85" dirty="0">
                <a:solidFill>
                  <a:srgbClr val="531C00"/>
                </a:solidFill>
                <a:cs typeface="Arial"/>
              </a:rPr>
              <a:t>Separate Area </a:t>
            </a:r>
            <a:r>
              <a:rPr sz="2000" spc="-25" dirty="0">
                <a:solidFill>
                  <a:srgbClr val="531C00"/>
                </a:solidFill>
                <a:cs typeface="Arial"/>
              </a:rPr>
              <a:t>for</a:t>
            </a:r>
            <a:r>
              <a:rPr sz="2000" spc="60" dirty="0">
                <a:solidFill>
                  <a:srgbClr val="531C00"/>
                </a:solidFill>
                <a:cs typeface="Arial"/>
              </a:rPr>
              <a:t> </a:t>
            </a:r>
            <a:r>
              <a:rPr sz="2000" spc="-85" dirty="0">
                <a:solidFill>
                  <a:srgbClr val="531C00"/>
                </a:solidFill>
                <a:cs typeface="Arial"/>
              </a:rPr>
              <a:t>Finishing</a:t>
            </a:r>
            <a:endParaRPr sz="2000"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0" y="685800"/>
            <a:ext cx="1914525" cy="240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0600" y="2743200"/>
            <a:ext cx="1465199" cy="1255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6428" y="4559300"/>
            <a:ext cx="1926771" cy="146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5200" y="4416425"/>
            <a:ext cx="2068576" cy="20605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13551" y="3698875"/>
            <a:ext cx="2830449" cy="31591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19200" y="1143000"/>
            <a:ext cx="10667999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General Engineering  Applications</a:t>
            </a:r>
            <a:endParaRPr sz="2400" u="sng" spc="-13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8458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602E04"/>
                </a:solidFill>
              </a:rPr>
              <a:t>Due to light weight, good resistance  to corrosion, good </a:t>
            </a:r>
            <a:r>
              <a:rPr lang="en-US" sz="2000" dirty="0" err="1" smtClean="0">
                <a:solidFill>
                  <a:srgbClr val="602E04"/>
                </a:solidFill>
              </a:rPr>
              <a:t>weldability</a:t>
            </a:r>
            <a:r>
              <a:rPr lang="en-US" sz="2000" dirty="0" smtClean="0">
                <a:solidFill>
                  <a:srgbClr val="602E04"/>
                </a:solidFill>
              </a:rPr>
              <a:t>, excellence </a:t>
            </a:r>
            <a:r>
              <a:rPr lang="en-US" sz="2000" dirty="0" err="1" smtClean="0">
                <a:solidFill>
                  <a:srgbClr val="602E04"/>
                </a:solidFill>
              </a:rPr>
              <a:t>machinability</a:t>
            </a:r>
            <a:r>
              <a:rPr lang="en-US" sz="2000" dirty="0" smtClean="0">
                <a:solidFill>
                  <a:srgbClr val="602E04"/>
                </a:solidFill>
              </a:rPr>
              <a:t>, various customers have been getting small batch components in </a:t>
            </a:r>
            <a:r>
              <a:rPr lang="en-US" sz="2000" dirty="0" err="1" smtClean="0">
                <a:solidFill>
                  <a:srgbClr val="602E04"/>
                </a:solidFill>
              </a:rPr>
              <a:t>aluminium</a:t>
            </a:r>
            <a:r>
              <a:rPr lang="en-US" sz="2000" dirty="0" smtClean="0">
                <a:solidFill>
                  <a:srgbClr val="602E04"/>
                </a:solidFill>
              </a:rPr>
              <a:t>. Like,</a:t>
            </a:r>
            <a:endParaRPr lang="en-US" sz="2000" dirty="0">
              <a:solidFill>
                <a:srgbClr val="602E04"/>
              </a:solidFill>
            </a:endParaRPr>
          </a:p>
        </p:txBody>
      </p:sp>
      <p:pic>
        <p:nvPicPr>
          <p:cNvPr id="5121" name="Picture 1" descr="C:\Users\ADMIN\Desktop\cast O mech\images\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895600"/>
            <a:ext cx="2143125" cy="1719262"/>
          </a:xfrm>
          <a:prstGeom prst="rect">
            <a:avLst/>
          </a:prstGeom>
          <a:noFill/>
        </p:spPr>
      </p:pic>
      <p:pic>
        <p:nvPicPr>
          <p:cNvPr id="5122" name="Picture 2" descr="C:\Users\ADMIN\Desktop\cast O mech\images\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2895600"/>
            <a:ext cx="2286000" cy="1752600"/>
          </a:xfrm>
          <a:prstGeom prst="rect">
            <a:avLst/>
          </a:prstGeom>
          <a:noFill/>
        </p:spPr>
      </p:pic>
      <p:pic>
        <p:nvPicPr>
          <p:cNvPr id="5123" name="Picture 3" descr="C:\Users\ADMIN\Desktop\cast O mech\images\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2895600"/>
            <a:ext cx="2305050" cy="1790700"/>
          </a:xfrm>
          <a:prstGeom prst="rect">
            <a:avLst/>
          </a:prstGeom>
          <a:noFill/>
        </p:spPr>
      </p:pic>
      <p:pic>
        <p:nvPicPr>
          <p:cNvPr id="5124" name="Picture 4" descr="C:\Users\ADMIN\Desktop\cast O mech\images\4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4800600"/>
            <a:ext cx="1981200" cy="1828800"/>
          </a:xfrm>
          <a:prstGeom prst="rect">
            <a:avLst/>
          </a:prstGeom>
          <a:noFill/>
        </p:spPr>
      </p:pic>
      <p:pic>
        <p:nvPicPr>
          <p:cNvPr id="5125" name="Picture 5" descr="C:\Users\ADMIN\Desktop\cast O mech\images\6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00600" y="4724400"/>
            <a:ext cx="2206411" cy="1933575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685800" y="152400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Products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6176646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65" dirty="0">
                <a:solidFill>
                  <a:schemeClr val="tx2"/>
                </a:solidFill>
                <a:latin typeface="+mj-lt"/>
              </a:rPr>
              <a:t>Contact</a:t>
            </a:r>
            <a:r>
              <a:rPr spc="-275" dirty="0">
                <a:solidFill>
                  <a:schemeClr val="tx2"/>
                </a:solidFill>
                <a:latin typeface="+mj-lt"/>
              </a:rPr>
              <a:t> </a:t>
            </a:r>
            <a:r>
              <a:rPr spc="-270" dirty="0">
                <a:solidFill>
                  <a:schemeClr val="tx2"/>
                </a:solidFill>
                <a:latin typeface="+mj-lt"/>
              </a:rPr>
              <a:t>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9" y="1219200"/>
            <a:ext cx="7962265" cy="23794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5600" b="1" spc="-685" dirty="0" smtClean="0">
                <a:solidFill>
                  <a:schemeClr val="tx2"/>
                </a:solidFill>
                <a:latin typeface="+mj-lt"/>
                <a:cs typeface="Arial"/>
              </a:rPr>
              <a:t> Cast</a:t>
            </a:r>
            <a:r>
              <a:rPr lang="en-US" sz="5600" b="1" spc="-685" dirty="0" smtClean="0">
                <a:solidFill>
                  <a:srgbClr val="BB8A00"/>
                </a:solidFill>
                <a:latin typeface="+mj-lt"/>
                <a:cs typeface="Arial"/>
              </a:rPr>
              <a:t> </a:t>
            </a:r>
            <a:r>
              <a:rPr lang="en-US" sz="5600" b="1" spc="-685" dirty="0" smtClean="0">
                <a:solidFill>
                  <a:schemeClr val="accent6">
                    <a:lumMod val="75000"/>
                  </a:schemeClr>
                </a:solidFill>
                <a:latin typeface="+mj-lt"/>
                <a:cs typeface="Arial"/>
              </a:rPr>
              <a:t>O</a:t>
            </a:r>
            <a:r>
              <a:rPr lang="en-US" sz="5600" b="1" spc="-685" dirty="0" smtClean="0">
                <a:solidFill>
                  <a:srgbClr val="BB8A00"/>
                </a:solidFill>
                <a:latin typeface="+mj-lt"/>
                <a:cs typeface="Arial"/>
              </a:rPr>
              <a:t> </a:t>
            </a:r>
            <a:r>
              <a:rPr lang="en-US" sz="5600" b="1" spc="-685" dirty="0" err="1" smtClean="0">
                <a:solidFill>
                  <a:schemeClr val="tx2"/>
                </a:solidFill>
                <a:latin typeface="+mj-lt"/>
                <a:cs typeface="Arial"/>
              </a:rPr>
              <a:t>Mech</a:t>
            </a:r>
            <a:endParaRPr sz="5600">
              <a:solidFill>
                <a:schemeClr val="tx2"/>
              </a:solidFill>
              <a:latin typeface="+mj-lt"/>
              <a:cs typeface="Arial"/>
            </a:endParaRPr>
          </a:p>
          <a:p>
            <a:pPr marL="221615" marR="1473200">
              <a:lnSpc>
                <a:spcPts val="3080"/>
              </a:lnSpc>
              <a:spcBef>
                <a:spcPts val="2440"/>
              </a:spcBef>
            </a:pPr>
            <a:r>
              <a:rPr sz="2000" spc="-85" dirty="0">
                <a:solidFill>
                  <a:srgbClr val="602E04"/>
                </a:solidFill>
                <a:cs typeface="Arial"/>
              </a:rPr>
              <a:t>Plot </a:t>
            </a:r>
            <a:r>
              <a:rPr sz="2000" spc="-229" dirty="0">
                <a:solidFill>
                  <a:srgbClr val="602E04"/>
                </a:solidFill>
                <a:cs typeface="Arial"/>
              </a:rPr>
              <a:t>No</a:t>
            </a:r>
            <a:r>
              <a:rPr sz="2000" spc="-229">
                <a:solidFill>
                  <a:srgbClr val="602E04"/>
                </a:solidFill>
                <a:cs typeface="Arial"/>
              </a:rPr>
              <a:t>. </a:t>
            </a:r>
            <a:r>
              <a:rPr lang="en-US" sz="2000" spc="-125" dirty="0" smtClean="0">
                <a:solidFill>
                  <a:srgbClr val="602E04"/>
                </a:solidFill>
                <a:cs typeface="Arial"/>
              </a:rPr>
              <a:t>112,POR industrial park, B/H Hotel </a:t>
            </a:r>
            <a:r>
              <a:rPr lang="en-US" sz="2000" spc="-125" dirty="0" err="1" smtClean="0">
                <a:solidFill>
                  <a:srgbClr val="602E04"/>
                </a:solidFill>
                <a:cs typeface="Arial"/>
              </a:rPr>
              <a:t>sahyog</a:t>
            </a:r>
            <a:r>
              <a:rPr lang="en-US" sz="2000" spc="-125" dirty="0" smtClean="0">
                <a:solidFill>
                  <a:srgbClr val="602E04"/>
                </a:solidFill>
                <a:cs typeface="Arial"/>
              </a:rPr>
              <a:t>, N.H.No.8,POR,Vadodara. 391243</a:t>
            </a:r>
            <a:endParaRPr sz="2000">
              <a:solidFill>
                <a:srgbClr val="602E04"/>
              </a:solidFill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4267200"/>
            <a:ext cx="5863908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spc="-200" dirty="0" smtClean="0">
                <a:solidFill>
                  <a:schemeClr val="tx2">
                    <a:lumMod val="75000"/>
                  </a:schemeClr>
                </a:solidFill>
                <a:cs typeface="Arial"/>
              </a:rPr>
              <a:t>Mo .No.</a:t>
            </a:r>
            <a:r>
              <a:rPr sz="2000" spc="-204" smtClean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:</a:t>
            </a:r>
            <a:r>
              <a:rPr lang="en-US" sz="2000" spc="-204" dirty="0" smtClean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spc="-204" dirty="0" smtClean="0">
                <a:solidFill>
                  <a:srgbClr val="602E04"/>
                </a:solidFill>
                <a:latin typeface="Arial"/>
                <a:cs typeface="Arial"/>
              </a:rPr>
              <a:t>+919879759943</a:t>
            </a:r>
            <a:endParaRPr sz="2000">
              <a:solidFill>
                <a:srgbClr val="602E04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5029200"/>
            <a:ext cx="6629400" cy="6521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94410" algn="l"/>
              </a:tabLst>
            </a:pPr>
            <a:r>
              <a:rPr sz="2000" spc="-130" smtClean="0">
                <a:solidFill>
                  <a:schemeClr val="tx2">
                    <a:lumMod val="75000"/>
                  </a:schemeClr>
                </a:solidFill>
                <a:cs typeface="Arial"/>
              </a:rPr>
              <a:t>Email</a:t>
            </a:r>
            <a:r>
              <a:rPr sz="2000" spc="-45" smtClean="0">
                <a:solidFill>
                  <a:schemeClr val="tx2">
                    <a:lumMod val="75000"/>
                  </a:schemeClr>
                </a:solidFill>
                <a:cs typeface="Arial"/>
              </a:rPr>
              <a:t> </a:t>
            </a:r>
            <a:r>
              <a:rPr lang="en-US" sz="2000" spc="-45" dirty="0" smtClean="0">
                <a:solidFill>
                  <a:schemeClr val="tx2">
                    <a:lumMod val="75000"/>
                  </a:schemeClr>
                </a:solidFill>
                <a:cs typeface="Arial"/>
              </a:rPr>
              <a:t>  </a:t>
            </a:r>
            <a:r>
              <a:rPr sz="2000" spc="-204" smtClean="0">
                <a:solidFill>
                  <a:schemeClr val="tx2">
                    <a:lumMod val="75000"/>
                  </a:schemeClr>
                </a:solidFill>
                <a:cs typeface="Arial"/>
              </a:rPr>
              <a:t>:</a:t>
            </a:r>
            <a:r>
              <a:rPr lang="en-US" sz="2000" spc="-204" dirty="0" smtClean="0">
                <a:solidFill>
                  <a:schemeClr val="tx2">
                    <a:lumMod val="75000"/>
                  </a:schemeClr>
                </a:solidFill>
                <a:cs typeface="Arial"/>
              </a:rPr>
              <a:t> </a:t>
            </a:r>
            <a:r>
              <a:rPr lang="en-US" sz="2000" spc="-110" dirty="0" smtClean="0">
                <a:solidFill>
                  <a:srgbClr val="602E04"/>
                </a:solidFill>
                <a:cs typeface="Arial"/>
              </a:rPr>
              <a:t>castomech@gmail.com</a:t>
            </a:r>
            <a:endParaRPr sz="2000">
              <a:solidFill>
                <a:srgbClr val="602E04"/>
              </a:solidFill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31C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6761395</TotalTime>
  <Words>401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Cast O Mech</vt:lpstr>
      <vt:lpstr>ABOUT US</vt:lpstr>
      <vt:lpstr>Vision</vt:lpstr>
      <vt:lpstr>ORGANIZATION CHART</vt:lpstr>
      <vt:lpstr>MANUFACTURING FACILITIES</vt:lpstr>
      <vt:lpstr>Aluminium Pressure die casting</vt:lpstr>
      <vt:lpstr>Aluminium Gravity die casting</vt:lpstr>
      <vt:lpstr>Welding &amp; Finishing</vt:lpstr>
      <vt:lpstr>General Engineering  Applications</vt:lpstr>
      <vt:lpstr>Contact Us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SHARP KNIFE CO. PVT. LTD.</dc:title>
  <dc:creator>SHARP LAP</dc:creator>
  <cp:lastModifiedBy>ADMIN</cp:lastModifiedBy>
  <cp:revision>68</cp:revision>
  <dcterms:created xsi:type="dcterms:W3CDTF">2018-09-08T07:50:58Z</dcterms:created>
  <dcterms:modified xsi:type="dcterms:W3CDTF">2018-09-15T11:33:01Z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2018-09-08T00:00:00Z</vt:filetime>
  </property>
</Properties>
</file>